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7" r:id="rId10"/>
    <p:sldId id="264" r:id="rId11"/>
    <p:sldId id="265" r:id="rId12"/>
    <p:sldId id="266" r:id="rId13"/>
  </p:sldIdLst>
  <p:sldSz cx="12192000" cy="6858000"/>
  <p:notesSz cx="6858000" cy="9144000"/>
  <p:embeddedFontLst>
    <p:embeddedFont>
      <p:font typeface="IBM Plex Sans KR" panose="020B0503050203000203" pitchFamily="34" charset="-127"/>
      <p:regular r:id="rId15"/>
      <p:bold r:id="rId16"/>
    </p:embeddedFont>
    <p:embeddedFont>
      <p:font typeface="Noto Serif KR" panose="02020200000000000000" pitchFamily="18" charset="-128"/>
      <p:regular r:id="rId17"/>
      <p:bold r:id="rId18"/>
    </p:embeddedFont>
  </p:embeddedFontLst>
  <p:defaultTextStyle>
    <a:lvl1pPr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54C1F"/>
    <a:srgbClr val="B8895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68534"/>
  </p:normalViewPr>
  <p:slideViewPr>
    <p:cSldViewPr snapToGrid="0" snapToObjects="1">
      <p:cViewPr varScale="1">
        <p:scale>
          <a:sx n="84" d="100"/>
          <a:sy n="84" d="100"/>
        </p:scale>
        <p:origin x="218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안녕하세요, ItBM 전민규입니다. 요즘은 국내 여행 가기 좋은 날씨이고, 원화 강세로 해외여행 부담도 줄었습니다. 저희는 함께 가는 사람 모두가 즐거운 여행을 할 수 있도록 도원결의를 기획했습니다. 도원결의는 출발 전에 서로 바라는 것과 한계를 확인하고, 어떻게 맞출지 추천받는 서비스입니다.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함께 여행하다 보면 한 사람은 더 둘러보고 싶고, 다른 사람은 쉬고 싶을 때가 있습니다.</a:t>
            </a:r>
          </a:p>
          <a:p>
            <a:endParaRPr/>
          </a:p>
          <a:p>
            <a:r>
              <a:t>인터뷰에서는 이럴 때 바람과 한계를 충분히 말하거나 반영하지 못했다는 이야기가 나왔습니다. 조율한 뒤에도 아쉬움이나 부담이 남았다는 이야기도 있었습니다.</a:t>
            </a:r>
          </a:p>
          <a:p>
            <a:endParaRPr/>
          </a:p>
          <a:p>
            <a:r>
              <a:t>본 서비스는 자유여행을 앞두고 일정을 함께 정하는 사람들을 위한 것입니다. 혼자 하는 여행과 단체 일정 운영, 여행 중 실시간 예약과 동선 조정은 다루지 않습니다.</a:t>
            </a:r>
          </a:p>
          <a:p>
            <a:endParaRPr/>
          </a:p>
          <a:p>
            <a:r>
              <a:t>[발표 참고] 근거 위치: PROBLEM 1~2절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이 문제는 14명의 여행 경험을 인터뷰하면서 정리했습니다. 친구와의 여행을 이야기한 사람이 10명, 연인 3명, 지인 1명입니다.</a:t>
            </a:r>
          </a:p>
          <a:p>
            <a:endParaRPr/>
          </a:p>
          <a:p>
            <a:r>
              <a:t>갈등을 물으면 싸움으로 받아들여 대부분 없다고 답했습니다. 그래서 무엇을 정하는 데 가장 오래 걸렸는지 묻고, 그 장면을 끝까지 따라갔습니다. 기록할 때는 본인이 한 말과 저희 해석을 나눠 적었습니다.</a:t>
            </a:r>
          </a:p>
          <a:p>
            <a:endParaRPr/>
          </a:p>
          <a:p>
            <a:r>
              <a:t>[발표 참고] 근거 위치: interviews.md A·B절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로그 1 참여자는 점심 먹고 집에 가고 싶었지만, 친구가 일정을 짜 왔으니까 처음엔 말을 못 했습니다. 피곤하다고 말한 뒤 귀가를 제안했고, 친구도 받아들였습니다.</a:t>
            </a:r>
          </a:p>
          <a:p>
            <a:endParaRPr/>
          </a:p>
          <a:p>
            <a:r>
              <a:t>로그 2 참여자는 쇼핑과 노을 사진으로 의견이 갈렸을 때 쇼핑은 20분만 하자고 해서 둘 다 했습니다. 이렇게 기존 대화로 조율한 경우도 있었습니다.</a:t>
            </a:r>
          </a:p>
          <a:p>
            <a:endParaRPr/>
          </a:p>
          <a:p>
            <a:r>
              <a:t>로그 9 참여자는 루지가 취소된 날 아쉬움을 일부만 말했고, 그 뒤로는 자기 계획을 공유하지 않았다고 했습니다.</a:t>
            </a:r>
          </a:p>
          <a:p>
            <a:endParaRPr/>
          </a:p>
          <a:p>
            <a:r>
              <a:t>14명 중 9명은 의견이 갈렸고, 3명은 하고 싶은 말을 다 못 했습니다. 그 3명 중 2명은 부담까지 남았습니다.</a:t>
            </a:r>
          </a:p>
          <a:p>
            <a:endParaRPr/>
          </a:p>
          <a:p>
            <a:r>
              <a:t>[발표 참고] 근거 위치: PROBLEM 3~4절, 로그 1·2·4·9·12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여행 중 조율 장면을 직접 관찰하기 어려워, 대신 출발 전 계획을 세운 단톡방 기록을 살펴봤습니다. 로그 10 참여자가 자기 여행 기록을 다시 확인하는 방식이었습니다.</a:t>
            </a:r>
          </a:p>
          <a:p>
            <a:endParaRPr/>
          </a:p>
          <a:p>
            <a:r>
              <a:t>인터뷰에서는 A가 다 짰다고 했는데, 기록을 보면 링크는 세 사람이 7개, 6개, 5개로 비슷하게 올렸습니다. 다시 물어보니 찾기는 나눠 했고 결정은 거의 A가 했다고 설명했습니다.</a:t>
            </a:r>
          </a:p>
          <a:p>
            <a:endParaRPr/>
          </a:p>
          <a:p>
            <a:r>
              <a:t>이 참여자는 서커스를 보러 가자고 제안한 적도 있었습니다. 단톡에는 "왜"라는 답이 남았고, 가지 말자는 말은 나중에 전화로 들었다고 합니다. 저희는 이를 보고 조율 결과를 한곳에서 확인할 수 있으면 도움이 될 거라는 가설을 세웠습니다.</a:t>
            </a:r>
          </a:p>
          <a:p>
            <a:endParaRPr/>
          </a:p>
          <a:p>
            <a:r>
              <a:t>[발표 참고] 근거 위치: interviews.md C절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이 장면들을 Job Story로 정리했습니다.</a:t>
            </a:r>
          </a:p>
          <a:p>
            <a:endParaRPr/>
          </a:p>
          <a:p>
            <a:r>
              <a:t>여행 중에 나는 더 둘러보고 싶은데 친구는 지쳐서 쉬고 싶을 때, 서로 중요한 걸 확인하고 남은 일정을 조정하고 싶습니다. 아쉬움을 쌓아 두거나 분위기 깨는 사람으로 보이기는 싫습니다. 바라는 건 한쪽이 억지로 따라다니지도, 원하는 활동을 전부 포기하지도 않는 겁니다.</a:t>
            </a:r>
          </a:p>
          <a:p>
            <a:endParaRPr/>
          </a:p>
          <a:p>
            <a:r>
              <a:t>저희는 이 대화를 여행 전으로 당겨 보기로 했습니다. 출발 전에 같은 상황에 각자 답해 보면, 막상 그 순간이 왔을 때 맞추기가 쉬워질 거라는 가설입니다.</a:t>
            </a:r>
          </a:p>
          <a:p>
            <a:endParaRPr/>
          </a:p>
          <a:p>
            <a:r>
              <a:t>[발표 참고] 근거 위치: interviews.md D절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인터뷰에서 나온 개념은 여섯 개로 정리했고, 모두 근거 로그를 달았습니다.</a:t>
            </a:r>
          </a:p>
          <a:p>
            <a:endParaRPr/>
          </a:p>
          <a:p>
            <a:r>
              <a:t>결정은 조율 끝에 실제로 선택한 내용과 그 결과에 대한 기록입니다. 로그 1로 보면 점심·방탈출·저녁이 원래 계획한 활동이고, 남은 일정 대신 귀가하자는 게 조율안, 실제로 귀가하기로 한 게 결정입니다.</a:t>
            </a:r>
          </a:p>
          <a:p>
            <a:endParaRPr/>
          </a:p>
          <a:p>
            <a:r>
              <a:t>입장은 특정 여행자의 상황별 컨디션, 원하는 행동, 이유, 실제로 한 말을 묶은 것입니다. 같은 사례에서 원하는 건 귀가였지만, 처음 한 말은 "피곤하다"였습니다.</a:t>
            </a:r>
          </a:p>
          <a:p>
            <a:endParaRPr/>
          </a:p>
          <a:p>
            <a:r>
              <a:t>궁합 점수, 예약, 실시간 동선 등은 다루지 않습니다.</a:t>
            </a:r>
          </a:p>
          <a:p>
            <a:endParaRPr/>
          </a:p>
          <a:p>
            <a:r>
              <a:t>[발표 참고] 근거 위치: ontology.yaml(Activity·AdjustmentOption·Decision), 로그 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서비스 흐름입니다.</a:t>
            </a:r>
          </a:p>
          <a:p>
            <a:endParaRPr/>
          </a:p>
          <a:p>
            <a:r>
              <a:t>방장이 여행 정보를 입력하고 링크로 초대합니다. AI는 문항 50개 중 이 여행에 맞는 6개에서 8개를 골라 각색하고, 참여자는 모두 같은 상황에 각자 답합니다.</a:t>
            </a:r>
          </a:p>
          <a:p>
            <a:endParaRPr/>
          </a:p>
          <a:p>
            <a:r>
              <a:t>각자 원하는 행동을 고르고, 필요하면 메모를 덧붙입니다. 선택과 메모 원문은 다른 사람에게 보이지 않습니다. 그 안의 바람과 한계는 이름과 함께 추천에 반영됩니다.</a:t>
            </a:r>
          </a:p>
          <a:p>
            <a:endParaRPr/>
          </a:p>
          <a:p>
            <a:r>
              <a:t>방장이 협약서를 다듬어 저장하고, 전원 수락 단계 없이 '추천안'으로 표시합니다.</a:t>
            </a:r>
          </a:p>
          <a:p>
            <a:endParaRPr/>
          </a:p>
          <a:p>
            <a:r>
              <a:t>[발표 참고] 근거 위치: SPEC 4절 F1~F5, 응답·결과 공개 정책, 9/23·9/30 회의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앞에서 본 온톨로지 개념이 제품 기능과 수용 기준으로 어떻게 이어지는지 정리했습니다.</a:t>
            </a:r>
          </a:p>
          <a:p>
            <a:endParaRPr/>
          </a:p>
          <a:p>
            <a:r>
              <a:t>상황과 활동은 가상 문항의 장면과 선택지가 됩니다. 각색해도 선택의 의미는 유지하고, 가상 장면을 실제 일정처럼 쓰지 않도록 했습니다.</a:t>
            </a:r>
          </a:p>
          <a:p>
            <a:endParaRPr/>
          </a:p>
          <a:p>
            <a:r>
              <a:t>제품에서는 선택과 메모로 각자의 입장을 파악합니다. 선택을 바꾸겠다고 적은 메모를 우선합니다. 다만 메모는 추가 설명이라서, 동행인에게 실제로 한 말로 보지 않습니다. AC6입니다.</a:t>
            </a:r>
          </a:p>
          <a:p>
            <a:endParaRPr/>
          </a:p>
          <a:p>
            <a:r>
              <a:t>조율안은 추천 조항이 되고, AI가 새로 낸 약속과 조건 변경 제안은 따로 표시합니다. AC7과 AC8입니다.</a:t>
            </a:r>
          </a:p>
          <a:p>
            <a:endParaRPr/>
          </a:p>
          <a:p>
            <a:r>
              <a:t>AI가 만든 추천만으로 사람들이 실제로 결정한 것은 아니므로, 추천 출력에는 온톨로지의 '결정'을 쓰지 않습니다. AC7에서는 전원 합의로 표시하지 못하게 했습니다.</a:t>
            </a:r>
          </a:p>
          <a:p>
            <a:endParaRPr/>
          </a:p>
          <a:p>
            <a:r>
              <a:t>[발표 참고] 근거 위치: ontology.yaml field_mappings, SPEC 3·5절, 4절 F2~F4·6절 AC1·AC6·AC7·AC8·AC15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제품</a:t>
            </a:r>
            <a:r>
              <a:rPr dirty="0"/>
              <a:t> </a:t>
            </a:r>
            <a:r>
              <a:rPr dirty="0" err="1"/>
              <a:t>완료</a:t>
            </a:r>
            <a:r>
              <a:rPr dirty="0"/>
              <a:t> </a:t>
            </a:r>
            <a:r>
              <a:rPr dirty="0" err="1"/>
              <a:t>기준인</a:t>
            </a:r>
            <a:r>
              <a:rPr dirty="0"/>
              <a:t> </a:t>
            </a:r>
            <a:r>
              <a:rPr dirty="0" err="1"/>
              <a:t>수용</a:t>
            </a:r>
            <a:r>
              <a:rPr dirty="0"/>
              <a:t> </a:t>
            </a:r>
            <a:r>
              <a:rPr dirty="0" err="1"/>
              <a:t>기준은</a:t>
            </a:r>
            <a:r>
              <a:rPr dirty="0"/>
              <a:t> </a:t>
            </a:r>
            <a:r>
              <a:rPr dirty="0" err="1"/>
              <a:t>총</a:t>
            </a:r>
            <a:r>
              <a:rPr dirty="0"/>
              <a:t> 19개이고, </a:t>
            </a:r>
            <a:r>
              <a:rPr dirty="0" err="1"/>
              <a:t>화면에는</a:t>
            </a:r>
            <a:r>
              <a:rPr dirty="0"/>
              <a:t> </a:t>
            </a:r>
            <a:r>
              <a:rPr dirty="0" err="1"/>
              <a:t>그중</a:t>
            </a:r>
            <a:r>
              <a:rPr dirty="0"/>
              <a:t> </a:t>
            </a:r>
            <a:r>
              <a:rPr dirty="0" err="1"/>
              <a:t>세</a:t>
            </a:r>
            <a:r>
              <a:rPr dirty="0"/>
              <a:t> </a:t>
            </a:r>
            <a:r>
              <a:rPr dirty="0" err="1"/>
              <a:t>가지</a:t>
            </a:r>
            <a:r>
              <a:rPr dirty="0"/>
              <a:t> </a:t>
            </a:r>
            <a:r>
              <a:rPr dirty="0" err="1"/>
              <a:t>기준을</a:t>
            </a:r>
            <a:r>
              <a:rPr dirty="0"/>
              <a:t> </a:t>
            </a:r>
            <a:r>
              <a:rPr dirty="0" err="1"/>
              <a:t>보여드렸습니다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AC3은 </a:t>
            </a:r>
            <a:r>
              <a:rPr dirty="0" err="1"/>
              <a:t>다른</a:t>
            </a:r>
            <a:r>
              <a:rPr dirty="0"/>
              <a:t> </a:t>
            </a:r>
            <a:r>
              <a:rPr dirty="0" err="1"/>
              <a:t>사람의</a:t>
            </a:r>
            <a:r>
              <a:rPr dirty="0"/>
              <a:t> </a:t>
            </a:r>
            <a:r>
              <a:rPr dirty="0" err="1"/>
              <a:t>선택이나</a:t>
            </a:r>
            <a:r>
              <a:rPr dirty="0"/>
              <a:t> </a:t>
            </a:r>
            <a:r>
              <a:rPr dirty="0" err="1"/>
              <a:t>메모</a:t>
            </a:r>
            <a:r>
              <a:rPr dirty="0"/>
              <a:t> </a:t>
            </a:r>
            <a:r>
              <a:rPr dirty="0" err="1"/>
              <a:t>원문이</a:t>
            </a:r>
            <a:r>
              <a:rPr dirty="0"/>
              <a:t> </a:t>
            </a:r>
            <a:r>
              <a:rPr dirty="0" err="1"/>
              <a:t>보이면</a:t>
            </a:r>
            <a:r>
              <a:rPr dirty="0"/>
              <a:t> </a:t>
            </a:r>
            <a:r>
              <a:rPr dirty="0" err="1"/>
              <a:t>실패입니다</a:t>
            </a:r>
            <a:r>
              <a:rPr dirty="0"/>
              <a:t>. </a:t>
            </a:r>
            <a:r>
              <a:rPr dirty="0" err="1"/>
              <a:t>결과가</a:t>
            </a:r>
            <a:r>
              <a:rPr dirty="0"/>
              <a:t> </a:t>
            </a:r>
            <a:r>
              <a:rPr dirty="0" err="1"/>
              <a:t>공유되면</a:t>
            </a:r>
            <a:r>
              <a:rPr dirty="0"/>
              <a:t> </a:t>
            </a:r>
            <a:r>
              <a:rPr dirty="0" err="1"/>
              <a:t>답할</a:t>
            </a:r>
            <a:r>
              <a:rPr dirty="0"/>
              <a:t> </a:t>
            </a:r>
            <a:r>
              <a:rPr dirty="0" err="1"/>
              <a:t>때도</a:t>
            </a:r>
            <a:r>
              <a:rPr dirty="0"/>
              <a:t> </a:t>
            </a:r>
            <a:r>
              <a:rPr dirty="0" err="1"/>
              <a:t>눈치를</a:t>
            </a:r>
            <a:r>
              <a:rPr dirty="0"/>
              <a:t> </a:t>
            </a:r>
            <a:r>
              <a:rPr dirty="0" err="1"/>
              <a:t>볼</a:t>
            </a:r>
            <a:r>
              <a:rPr dirty="0"/>
              <a:t> </a:t>
            </a:r>
            <a:r>
              <a:rPr dirty="0" err="1"/>
              <a:t>수</a:t>
            </a:r>
            <a:r>
              <a:rPr dirty="0"/>
              <a:t> </a:t>
            </a:r>
            <a:r>
              <a:rPr dirty="0" err="1"/>
              <a:t>있다는</a:t>
            </a:r>
            <a:r>
              <a:rPr dirty="0"/>
              <a:t> </a:t>
            </a:r>
            <a:r>
              <a:rPr dirty="0" err="1"/>
              <a:t>회의</a:t>
            </a:r>
            <a:r>
              <a:rPr dirty="0"/>
              <a:t> </a:t>
            </a:r>
            <a:r>
              <a:rPr dirty="0" err="1"/>
              <a:t>논의에서</a:t>
            </a:r>
            <a:r>
              <a:rPr dirty="0"/>
              <a:t> </a:t>
            </a:r>
            <a:r>
              <a:rPr dirty="0" err="1"/>
              <a:t>정했습니다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AC6은 </a:t>
            </a:r>
            <a:r>
              <a:rPr dirty="0" err="1"/>
              <a:t>한</a:t>
            </a:r>
            <a:r>
              <a:rPr dirty="0"/>
              <a:t> </a:t>
            </a:r>
            <a:r>
              <a:rPr dirty="0" err="1"/>
              <a:t>명만</a:t>
            </a:r>
            <a:r>
              <a:rPr dirty="0"/>
              <a:t> </a:t>
            </a:r>
            <a:r>
              <a:rPr dirty="0" err="1"/>
              <a:t>적은</a:t>
            </a:r>
            <a:r>
              <a:rPr dirty="0"/>
              <a:t> </a:t>
            </a:r>
            <a:r>
              <a:rPr dirty="0" err="1"/>
              <a:t>한계를</a:t>
            </a:r>
            <a:r>
              <a:rPr dirty="0"/>
              <a:t> </a:t>
            </a:r>
            <a:r>
              <a:rPr dirty="0" err="1"/>
              <a:t>빠뜨리거나</a:t>
            </a:r>
            <a:r>
              <a:rPr dirty="0"/>
              <a:t>, </a:t>
            </a:r>
            <a:r>
              <a:rPr dirty="0" err="1"/>
              <a:t>의견이</a:t>
            </a:r>
            <a:r>
              <a:rPr dirty="0"/>
              <a:t> </a:t>
            </a:r>
            <a:r>
              <a:rPr dirty="0" err="1"/>
              <a:t>다른</a:t>
            </a:r>
            <a:r>
              <a:rPr dirty="0"/>
              <a:t> </a:t>
            </a:r>
            <a:r>
              <a:rPr dirty="0" err="1"/>
              <a:t>사람을</a:t>
            </a:r>
            <a:r>
              <a:rPr dirty="0"/>
              <a:t> </a:t>
            </a:r>
            <a:r>
              <a:rPr dirty="0" err="1"/>
              <a:t>조율에서</a:t>
            </a:r>
            <a:r>
              <a:rPr dirty="0"/>
              <a:t> </a:t>
            </a:r>
            <a:r>
              <a:rPr dirty="0" err="1"/>
              <a:t>빼면</a:t>
            </a:r>
            <a:r>
              <a:rPr dirty="0"/>
              <a:t> </a:t>
            </a:r>
            <a:r>
              <a:rPr dirty="0" err="1"/>
              <a:t>실패입니다</a:t>
            </a:r>
            <a:r>
              <a:rPr dirty="0"/>
              <a:t>. </a:t>
            </a:r>
            <a:r>
              <a:rPr dirty="0" err="1"/>
              <a:t>예를</a:t>
            </a:r>
            <a:r>
              <a:rPr dirty="0"/>
              <a:t> </a:t>
            </a:r>
            <a:r>
              <a:rPr dirty="0" err="1"/>
              <a:t>들어</a:t>
            </a:r>
            <a:r>
              <a:rPr dirty="0"/>
              <a:t> </a:t>
            </a:r>
            <a:r>
              <a:rPr dirty="0" err="1"/>
              <a:t>체험을</a:t>
            </a:r>
            <a:r>
              <a:rPr dirty="0"/>
              <a:t> </a:t>
            </a:r>
            <a:r>
              <a:rPr dirty="0" err="1"/>
              <a:t>골랐어도</a:t>
            </a:r>
            <a:r>
              <a:rPr dirty="0"/>
              <a:t> </a:t>
            </a:r>
            <a:r>
              <a:rPr dirty="0" err="1"/>
              <a:t>메모에는</a:t>
            </a:r>
            <a:r>
              <a:rPr dirty="0"/>
              <a:t> </a:t>
            </a:r>
            <a:r>
              <a:rPr dirty="0" err="1"/>
              <a:t>돈을</a:t>
            </a:r>
            <a:r>
              <a:rPr dirty="0"/>
              <a:t> </a:t>
            </a:r>
            <a:r>
              <a:rPr dirty="0" err="1"/>
              <a:t>쓰지</a:t>
            </a:r>
            <a:r>
              <a:rPr dirty="0"/>
              <a:t> </a:t>
            </a:r>
            <a:r>
              <a:rPr dirty="0" err="1"/>
              <a:t>않기를</a:t>
            </a:r>
            <a:r>
              <a:rPr dirty="0"/>
              <a:t> </a:t>
            </a:r>
            <a:r>
              <a:rPr dirty="0" err="1"/>
              <a:t>원한다고</a:t>
            </a:r>
            <a:r>
              <a:rPr dirty="0"/>
              <a:t> </a:t>
            </a:r>
            <a:r>
              <a:rPr dirty="0" err="1"/>
              <a:t>적을</a:t>
            </a:r>
            <a:r>
              <a:rPr dirty="0"/>
              <a:t> </a:t>
            </a:r>
            <a:r>
              <a:rPr dirty="0" err="1"/>
              <a:t>수</a:t>
            </a:r>
            <a:r>
              <a:rPr dirty="0"/>
              <a:t> </a:t>
            </a:r>
            <a:r>
              <a:rPr dirty="0" err="1"/>
              <a:t>있습니다</a:t>
            </a:r>
            <a:r>
              <a:rPr dirty="0"/>
              <a:t>. </a:t>
            </a:r>
            <a:r>
              <a:rPr dirty="0" err="1"/>
              <a:t>그러면</a:t>
            </a:r>
            <a:r>
              <a:rPr dirty="0"/>
              <a:t> </a:t>
            </a:r>
            <a:r>
              <a:rPr dirty="0" err="1"/>
              <a:t>추천은</a:t>
            </a:r>
            <a:r>
              <a:rPr dirty="0"/>
              <a:t> </a:t>
            </a:r>
            <a:r>
              <a:rPr dirty="0" err="1"/>
              <a:t>메모를</a:t>
            </a:r>
            <a:r>
              <a:rPr dirty="0"/>
              <a:t> </a:t>
            </a:r>
            <a:r>
              <a:rPr dirty="0" err="1"/>
              <a:t>따라야</a:t>
            </a:r>
            <a:r>
              <a:rPr dirty="0"/>
              <a:t> </a:t>
            </a:r>
            <a:r>
              <a:rPr dirty="0" err="1"/>
              <a:t>합니다</a:t>
            </a:r>
            <a:r>
              <a:rPr dirty="0"/>
              <a:t>. </a:t>
            </a:r>
            <a:r>
              <a:rPr dirty="0" err="1"/>
              <a:t>이</a:t>
            </a:r>
            <a:r>
              <a:rPr dirty="0"/>
              <a:t> </a:t>
            </a:r>
            <a:r>
              <a:rPr dirty="0" err="1"/>
              <a:t>사람을</a:t>
            </a:r>
            <a:r>
              <a:rPr dirty="0"/>
              <a:t> </a:t>
            </a:r>
            <a:r>
              <a:rPr dirty="0" err="1"/>
              <a:t>유료</a:t>
            </a:r>
            <a:r>
              <a:rPr dirty="0"/>
              <a:t> </a:t>
            </a:r>
            <a:r>
              <a:rPr dirty="0" err="1"/>
              <a:t>체험에</a:t>
            </a:r>
            <a:r>
              <a:rPr dirty="0"/>
              <a:t> </a:t>
            </a:r>
            <a:r>
              <a:rPr dirty="0" err="1"/>
              <a:t>넣으면</a:t>
            </a:r>
            <a:r>
              <a:rPr dirty="0"/>
              <a:t> </a:t>
            </a:r>
            <a:r>
              <a:rPr dirty="0" err="1"/>
              <a:t>실패입니다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AC7은 AI </a:t>
            </a:r>
            <a:r>
              <a:rPr dirty="0" err="1"/>
              <a:t>제안을</a:t>
            </a:r>
            <a:r>
              <a:rPr dirty="0"/>
              <a:t> </a:t>
            </a:r>
            <a:r>
              <a:rPr dirty="0" err="1"/>
              <a:t>모두가</a:t>
            </a:r>
            <a:r>
              <a:rPr dirty="0"/>
              <a:t> </a:t>
            </a:r>
            <a:r>
              <a:rPr dirty="0" err="1"/>
              <a:t>합의한</a:t>
            </a:r>
            <a:r>
              <a:rPr dirty="0"/>
              <a:t> </a:t>
            </a:r>
            <a:r>
              <a:rPr dirty="0" err="1"/>
              <a:t>것처럼</a:t>
            </a:r>
            <a:r>
              <a:rPr dirty="0"/>
              <a:t> </a:t>
            </a:r>
            <a:r>
              <a:rPr dirty="0" err="1"/>
              <a:t>쓰면</a:t>
            </a:r>
            <a:r>
              <a:rPr dirty="0"/>
              <a:t> </a:t>
            </a:r>
            <a:r>
              <a:rPr dirty="0" err="1"/>
              <a:t>실패입니다</a:t>
            </a:r>
            <a:r>
              <a:rPr dirty="0"/>
              <a:t>.</a:t>
            </a:r>
          </a:p>
          <a:p>
            <a:endParaRPr dirty="0"/>
          </a:p>
          <a:p>
            <a:r>
              <a:rPr dirty="0" err="1"/>
              <a:t>기준마다</a:t>
            </a:r>
            <a:r>
              <a:rPr dirty="0"/>
              <a:t> </a:t>
            </a:r>
            <a:r>
              <a:rPr dirty="0" err="1"/>
              <a:t>판정</a:t>
            </a:r>
            <a:r>
              <a:rPr dirty="0"/>
              <a:t> </a:t>
            </a:r>
            <a:r>
              <a:rPr dirty="0" err="1"/>
              <a:t>방법을</a:t>
            </a:r>
            <a:r>
              <a:rPr dirty="0"/>
              <a:t> </a:t>
            </a:r>
            <a:r>
              <a:rPr dirty="0" err="1"/>
              <a:t>적었고</a:t>
            </a:r>
            <a:r>
              <a:rPr dirty="0"/>
              <a:t>, </a:t>
            </a:r>
            <a:r>
              <a:rPr dirty="0" err="1"/>
              <a:t>오른쪽은</a:t>
            </a:r>
            <a:r>
              <a:rPr dirty="0"/>
              <a:t> </a:t>
            </a:r>
            <a:r>
              <a:rPr dirty="0" err="1"/>
              <a:t>이번에</a:t>
            </a:r>
            <a:r>
              <a:rPr dirty="0"/>
              <a:t> </a:t>
            </a:r>
            <a:r>
              <a:rPr dirty="0" err="1"/>
              <a:t>만들지</a:t>
            </a:r>
            <a:r>
              <a:rPr dirty="0"/>
              <a:t> </a:t>
            </a:r>
            <a:r>
              <a:rPr dirty="0" err="1"/>
              <a:t>않는</a:t>
            </a:r>
            <a:r>
              <a:rPr dirty="0"/>
              <a:t> </a:t>
            </a:r>
            <a:r>
              <a:rPr dirty="0" err="1"/>
              <a:t>기능입니다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[</a:t>
            </a:r>
            <a:r>
              <a:rPr dirty="0" err="1"/>
              <a:t>발표</a:t>
            </a:r>
            <a:r>
              <a:rPr dirty="0"/>
              <a:t> </a:t>
            </a:r>
            <a:r>
              <a:rPr dirty="0" err="1"/>
              <a:t>참고</a:t>
            </a:r>
            <a:r>
              <a:rPr dirty="0"/>
              <a:t>] </a:t>
            </a:r>
            <a:r>
              <a:rPr dirty="0" err="1"/>
              <a:t>근거</a:t>
            </a:r>
            <a:r>
              <a:rPr dirty="0"/>
              <a:t> </a:t>
            </a:r>
            <a:r>
              <a:rPr dirty="0" err="1"/>
              <a:t>위치</a:t>
            </a:r>
            <a:r>
              <a:rPr dirty="0"/>
              <a:t>: SPEC 4절 </a:t>
            </a:r>
            <a:r>
              <a:rPr dirty="0" err="1"/>
              <a:t>비포함</a:t>
            </a:r>
            <a:r>
              <a:rPr dirty="0"/>
              <a:t>, 6절 AC3·AC6·AC7, 9/23 </a:t>
            </a:r>
            <a:r>
              <a:rPr dirty="0" err="1"/>
              <a:t>회의</a:t>
            </a:r>
            <a:r>
              <a:rPr dirty="0"/>
              <a:t> 57행, </a:t>
            </a:r>
            <a:r>
              <a:rPr dirty="0" err="1"/>
              <a:t>grounded_pact.md</a:t>
            </a:r>
            <a:r>
              <a:rPr dirty="0"/>
              <a:t> 1절·R03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문항의</a:t>
            </a:r>
            <a:r>
              <a:rPr dirty="0"/>
              <a:t> </a:t>
            </a:r>
            <a:r>
              <a:rPr dirty="0" err="1"/>
              <a:t>의미</a:t>
            </a:r>
            <a:r>
              <a:rPr dirty="0"/>
              <a:t>, </a:t>
            </a:r>
            <a:r>
              <a:rPr dirty="0" err="1"/>
              <a:t>추천의</a:t>
            </a:r>
            <a:r>
              <a:rPr dirty="0"/>
              <a:t> </a:t>
            </a:r>
            <a:r>
              <a:rPr dirty="0" err="1"/>
              <a:t>품질</a:t>
            </a:r>
            <a:r>
              <a:rPr dirty="0"/>
              <a:t>, </a:t>
            </a:r>
            <a:r>
              <a:rPr dirty="0" err="1"/>
              <a:t>실제</a:t>
            </a:r>
            <a:r>
              <a:rPr dirty="0"/>
              <a:t> </a:t>
            </a:r>
            <a:r>
              <a:rPr dirty="0" err="1"/>
              <a:t>활용을</a:t>
            </a:r>
            <a:r>
              <a:rPr dirty="0"/>
              <a:t> </a:t>
            </a:r>
            <a:r>
              <a:rPr dirty="0" err="1"/>
              <a:t>나눠</a:t>
            </a:r>
            <a:r>
              <a:rPr dirty="0"/>
              <a:t> </a:t>
            </a:r>
            <a:r>
              <a:rPr dirty="0" err="1"/>
              <a:t>검증합니다</a:t>
            </a:r>
            <a:r>
              <a:rPr dirty="0"/>
              <a:t>.</a:t>
            </a:r>
          </a:p>
          <a:p>
            <a:endParaRPr dirty="0"/>
          </a:p>
          <a:p>
            <a:r>
              <a:rPr dirty="0" err="1"/>
              <a:t>가장</a:t>
            </a:r>
            <a:r>
              <a:rPr dirty="0"/>
              <a:t> </a:t>
            </a:r>
            <a:r>
              <a:rPr dirty="0" err="1"/>
              <a:t>위험하다고</a:t>
            </a:r>
            <a:r>
              <a:rPr dirty="0"/>
              <a:t> </a:t>
            </a:r>
            <a:r>
              <a:rPr dirty="0" err="1"/>
              <a:t>본</a:t>
            </a:r>
            <a:r>
              <a:rPr dirty="0"/>
              <a:t> </a:t>
            </a:r>
            <a:r>
              <a:rPr dirty="0" err="1"/>
              <a:t>가정은</a:t>
            </a:r>
            <a:r>
              <a:rPr dirty="0"/>
              <a:t> </a:t>
            </a:r>
            <a:r>
              <a:rPr dirty="0" err="1"/>
              <a:t>AI가</a:t>
            </a:r>
            <a:r>
              <a:rPr dirty="0"/>
              <a:t> </a:t>
            </a:r>
            <a:r>
              <a:rPr dirty="0" err="1"/>
              <a:t>각자의</a:t>
            </a:r>
            <a:r>
              <a:rPr dirty="0"/>
              <a:t> </a:t>
            </a:r>
            <a:r>
              <a:rPr dirty="0" err="1"/>
              <a:t>한계를</a:t>
            </a:r>
            <a:r>
              <a:rPr dirty="0"/>
              <a:t> </a:t>
            </a:r>
            <a:r>
              <a:rPr dirty="0" err="1"/>
              <a:t>빠뜨리지</a:t>
            </a:r>
            <a:r>
              <a:rPr dirty="0"/>
              <a:t> </a:t>
            </a:r>
            <a:r>
              <a:rPr dirty="0" err="1"/>
              <a:t>않고</a:t>
            </a:r>
            <a:r>
              <a:rPr dirty="0"/>
              <a:t> </a:t>
            </a:r>
            <a:r>
              <a:rPr dirty="0" err="1"/>
              <a:t>추천할</a:t>
            </a:r>
            <a:r>
              <a:rPr dirty="0"/>
              <a:t> </a:t>
            </a:r>
            <a:r>
              <a:rPr dirty="0" err="1"/>
              <a:t>수</a:t>
            </a:r>
            <a:r>
              <a:rPr dirty="0"/>
              <a:t> </a:t>
            </a:r>
            <a:r>
              <a:rPr dirty="0" err="1"/>
              <a:t>있다는</a:t>
            </a:r>
            <a:r>
              <a:rPr dirty="0"/>
              <a:t> </a:t>
            </a:r>
            <a:r>
              <a:rPr dirty="0" err="1"/>
              <a:t>것이었습니다</a:t>
            </a:r>
            <a:r>
              <a:rPr dirty="0"/>
              <a:t>.</a:t>
            </a:r>
          </a:p>
          <a:p>
            <a:endParaRPr dirty="0"/>
          </a:p>
          <a:p>
            <a:r>
              <a:rPr dirty="0" err="1"/>
              <a:t>출력을</a:t>
            </a:r>
            <a:r>
              <a:rPr dirty="0"/>
              <a:t> </a:t>
            </a:r>
            <a:r>
              <a:rPr dirty="0" err="1"/>
              <a:t>보기</a:t>
            </a:r>
            <a:r>
              <a:rPr dirty="0"/>
              <a:t> </a:t>
            </a:r>
            <a:r>
              <a:rPr dirty="0" err="1"/>
              <a:t>전에</a:t>
            </a:r>
            <a:r>
              <a:rPr dirty="0"/>
              <a:t> </a:t>
            </a:r>
            <a:r>
              <a:rPr dirty="0" err="1"/>
              <a:t>합격선을</a:t>
            </a:r>
            <a:r>
              <a:rPr dirty="0"/>
              <a:t> </a:t>
            </a:r>
            <a:r>
              <a:rPr dirty="0" err="1"/>
              <a:t>정했습니다</a:t>
            </a:r>
            <a:r>
              <a:rPr dirty="0"/>
              <a:t>. </a:t>
            </a:r>
            <a:r>
              <a:rPr dirty="0" err="1"/>
              <a:t>추천은</a:t>
            </a:r>
            <a:r>
              <a:rPr dirty="0"/>
              <a:t> 12건 </a:t>
            </a:r>
            <a:r>
              <a:rPr dirty="0" err="1"/>
              <a:t>중</a:t>
            </a:r>
            <a:r>
              <a:rPr dirty="0"/>
              <a:t> 10건 </a:t>
            </a:r>
            <a:r>
              <a:rPr dirty="0" err="1"/>
              <a:t>이상</a:t>
            </a:r>
            <a:r>
              <a:rPr dirty="0"/>
              <a:t> </a:t>
            </a:r>
            <a:r>
              <a:rPr dirty="0" err="1"/>
              <a:t>통과하고</a:t>
            </a:r>
            <a:r>
              <a:rPr dirty="0"/>
              <a:t>, </a:t>
            </a:r>
            <a:r>
              <a:rPr dirty="0" err="1"/>
              <a:t>허위</a:t>
            </a:r>
            <a:r>
              <a:rPr dirty="0"/>
              <a:t> </a:t>
            </a:r>
            <a:r>
              <a:rPr dirty="0" err="1"/>
              <a:t>동의나</a:t>
            </a:r>
            <a:r>
              <a:rPr dirty="0"/>
              <a:t> </a:t>
            </a:r>
            <a:r>
              <a:rPr dirty="0" err="1"/>
              <a:t>한계</a:t>
            </a:r>
            <a:r>
              <a:rPr dirty="0"/>
              <a:t> </a:t>
            </a:r>
            <a:r>
              <a:rPr dirty="0" err="1"/>
              <a:t>위반</a:t>
            </a:r>
            <a:r>
              <a:rPr dirty="0"/>
              <a:t>, </a:t>
            </a:r>
            <a:r>
              <a:rPr dirty="0" err="1"/>
              <a:t>원문</a:t>
            </a:r>
            <a:r>
              <a:rPr dirty="0"/>
              <a:t> </a:t>
            </a:r>
            <a:r>
              <a:rPr dirty="0" err="1"/>
              <a:t>왜곡은</a:t>
            </a:r>
            <a:r>
              <a:rPr dirty="0"/>
              <a:t> </a:t>
            </a:r>
            <a:r>
              <a:rPr dirty="0" err="1"/>
              <a:t>한</a:t>
            </a:r>
            <a:r>
              <a:rPr dirty="0"/>
              <a:t> </a:t>
            </a:r>
            <a:r>
              <a:rPr dirty="0" err="1"/>
              <a:t>건도</a:t>
            </a:r>
            <a:r>
              <a:rPr dirty="0"/>
              <a:t> </a:t>
            </a:r>
            <a:r>
              <a:rPr dirty="0" err="1"/>
              <a:t>없어야</a:t>
            </a:r>
            <a:r>
              <a:rPr dirty="0"/>
              <a:t> </a:t>
            </a:r>
            <a:r>
              <a:rPr dirty="0" err="1"/>
              <a:t>했습니다</a:t>
            </a:r>
            <a:r>
              <a:rPr dirty="0"/>
              <a:t>. </a:t>
            </a:r>
            <a:r>
              <a:rPr dirty="0" err="1"/>
              <a:t>판정은</a:t>
            </a:r>
            <a:r>
              <a:rPr dirty="0"/>
              <a:t> </a:t>
            </a:r>
            <a:r>
              <a:rPr dirty="0" err="1"/>
              <a:t>두</a:t>
            </a:r>
            <a:r>
              <a:rPr dirty="0"/>
              <a:t> </a:t>
            </a:r>
            <a:r>
              <a:rPr dirty="0" err="1"/>
              <a:t>사람이</a:t>
            </a:r>
            <a:r>
              <a:rPr dirty="0"/>
              <a:t> </a:t>
            </a:r>
            <a:r>
              <a:rPr dirty="0" err="1"/>
              <a:t>따로</a:t>
            </a:r>
            <a:r>
              <a:rPr dirty="0"/>
              <a:t> </a:t>
            </a:r>
            <a:r>
              <a:rPr dirty="0" err="1"/>
              <a:t>한</a:t>
            </a:r>
            <a:r>
              <a:rPr dirty="0"/>
              <a:t> </a:t>
            </a:r>
            <a:r>
              <a:rPr dirty="0" err="1"/>
              <a:t>뒤</a:t>
            </a:r>
            <a:r>
              <a:rPr dirty="0"/>
              <a:t> </a:t>
            </a:r>
            <a:r>
              <a:rPr dirty="0" err="1"/>
              <a:t>차이를</a:t>
            </a:r>
            <a:r>
              <a:rPr dirty="0"/>
              <a:t> </a:t>
            </a:r>
            <a:r>
              <a:rPr dirty="0" err="1"/>
              <a:t>맞췄습니다</a:t>
            </a:r>
            <a:r>
              <a:rPr dirty="0"/>
              <a:t>.</a:t>
            </a:r>
          </a:p>
          <a:p>
            <a:endParaRPr dirty="0"/>
          </a:p>
          <a:p>
            <a:r>
              <a:rPr dirty="0" err="1"/>
              <a:t>문항은</a:t>
            </a:r>
            <a:r>
              <a:rPr dirty="0"/>
              <a:t> </a:t>
            </a:r>
            <a:r>
              <a:rPr dirty="0" err="1"/>
              <a:t>생성</a:t>
            </a:r>
            <a:r>
              <a:rPr dirty="0"/>
              <a:t> </a:t>
            </a:r>
            <a:r>
              <a:rPr dirty="0" err="1"/>
              <a:t>요청</a:t>
            </a:r>
            <a:r>
              <a:rPr dirty="0"/>
              <a:t> 4건이 </a:t>
            </a:r>
            <a:r>
              <a:rPr dirty="0" err="1"/>
              <a:t>모두</a:t>
            </a:r>
            <a:r>
              <a:rPr dirty="0"/>
              <a:t> </a:t>
            </a:r>
            <a:r>
              <a:rPr dirty="0" err="1"/>
              <a:t>통과했습니다</a:t>
            </a:r>
            <a:r>
              <a:rPr dirty="0"/>
              <a:t>. </a:t>
            </a:r>
            <a:r>
              <a:rPr dirty="0" err="1"/>
              <a:t>추천</a:t>
            </a:r>
            <a:r>
              <a:rPr dirty="0"/>
              <a:t> </a:t>
            </a:r>
            <a:r>
              <a:rPr dirty="0" err="1"/>
              <a:t>프롬프트는</a:t>
            </a:r>
            <a:r>
              <a:rPr dirty="0"/>
              <a:t> 11번째 </a:t>
            </a:r>
            <a:r>
              <a:rPr dirty="0" err="1"/>
              <a:t>버전까지</a:t>
            </a:r>
            <a:r>
              <a:rPr dirty="0"/>
              <a:t> </a:t>
            </a:r>
            <a:r>
              <a:rPr dirty="0" err="1"/>
              <a:t>다듬었고</a:t>
            </a:r>
            <a:r>
              <a:rPr dirty="0"/>
              <a:t>, </a:t>
            </a:r>
            <a:r>
              <a:rPr dirty="0" err="1"/>
              <a:t>이</a:t>
            </a:r>
            <a:r>
              <a:rPr dirty="0"/>
              <a:t> </a:t>
            </a:r>
            <a:r>
              <a:rPr dirty="0" err="1"/>
              <a:t>버전으로</a:t>
            </a:r>
            <a:r>
              <a:rPr dirty="0"/>
              <a:t> </a:t>
            </a:r>
            <a:r>
              <a:rPr dirty="0" err="1"/>
              <a:t>합성</a:t>
            </a:r>
            <a:r>
              <a:rPr dirty="0"/>
              <a:t> </a:t>
            </a:r>
            <a:r>
              <a:rPr dirty="0" err="1"/>
              <a:t>응답을</a:t>
            </a:r>
            <a:r>
              <a:rPr dirty="0"/>
              <a:t> </a:t>
            </a:r>
            <a:r>
              <a:rPr dirty="0" err="1"/>
              <a:t>평가한</a:t>
            </a:r>
            <a:r>
              <a:rPr dirty="0"/>
              <a:t> </a:t>
            </a:r>
            <a:r>
              <a:rPr dirty="0" err="1"/>
              <a:t>결과</a:t>
            </a:r>
            <a:r>
              <a:rPr dirty="0"/>
              <a:t> </a:t>
            </a:r>
            <a:r>
              <a:rPr dirty="0" err="1"/>
              <a:t>상황별</a:t>
            </a:r>
            <a:r>
              <a:rPr dirty="0"/>
              <a:t> </a:t>
            </a:r>
            <a:r>
              <a:rPr dirty="0" err="1"/>
              <a:t>추천</a:t>
            </a:r>
            <a:r>
              <a:rPr dirty="0"/>
              <a:t> 12건 </a:t>
            </a:r>
            <a:r>
              <a:rPr dirty="0" err="1"/>
              <a:t>중</a:t>
            </a:r>
            <a:r>
              <a:rPr dirty="0"/>
              <a:t> 10건이 </a:t>
            </a:r>
            <a:r>
              <a:rPr dirty="0" err="1"/>
              <a:t>통과했습니다</a:t>
            </a:r>
            <a:r>
              <a:rPr dirty="0"/>
              <a:t>. </a:t>
            </a:r>
            <a:r>
              <a:rPr dirty="0" err="1"/>
              <a:t>앞선</a:t>
            </a:r>
            <a:r>
              <a:rPr dirty="0"/>
              <a:t> </a:t>
            </a:r>
            <a:r>
              <a:rPr dirty="0" err="1"/>
              <a:t>유형의</a:t>
            </a:r>
            <a:r>
              <a:rPr dirty="0"/>
              <a:t> </a:t>
            </a:r>
            <a:r>
              <a:rPr dirty="0" err="1"/>
              <a:t>오류는</a:t>
            </a:r>
            <a:r>
              <a:rPr dirty="0"/>
              <a:t> </a:t>
            </a:r>
            <a:r>
              <a:rPr dirty="0" err="1"/>
              <a:t>없었습니다</a:t>
            </a:r>
            <a:r>
              <a:rPr dirty="0"/>
              <a:t>.</a:t>
            </a:r>
          </a:p>
          <a:p>
            <a:endParaRPr dirty="0"/>
          </a:p>
          <a:p>
            <a:r>
              <a:rPr dirty="0" err="1"/>
              <a:t>다음으로는</a:t>
            </a:r>
            <a:r>
              <a:rPr dirty="0"/>
              <a:t> </a:t>
            </a:r>
            <a:r>
              <a:rPr dirty="0" err="1"/>
              <a:t>실제</a:t>
            </a:r>
            <a:r>
              <a:rPr dirty="0"/>
              <a:t> </a:t>
            </a:r>
            <a:r>
              <a:rPr dirty="0" err="1"/>
              <a:t>여행</a:t>
            </a:r>
            <a:r>
              <a:rPr dirty="0"/>
              <a:t> </a:t>
            </a:r>
            <a:r>
              <a:rPr dirty="0" err="1"/>
              <a:t>그룹이</a:t>
            </a:r>
            <a:r>
              <a:rPr dirty="0"/>
              <a:t> </a:t>
            </a:r>
            <a:r>
              <a:rPr dirty="0" err="1"/>
              <a:t>추천을</a:t>
            </a:r>
            <a:r>
              <a:rPr dirty="0"/>
              <a:t> </a:t>
            </a:r>
            <a:r>
              <a:rPr dirty="0" err="1"/>
              <a:t>쓸지</a:t>
            </a:r>
            <a:r>
              <a:rPr dirty="0"/>
              <a:t> </a:t>
            </a:r>
            <a:r>
              <a:rPr dirty="0" err="1"/>
              <a:t>확인할</a:t>
            </a:r>
            <a:r>
              <a:rPr dirty="0"/>
              <a:t> </a:t>
            </a:r>
            <a:r>
              <a:rPr dirty="0" err="1"/>
              <a:t>예정입니다</a:t>
            </a:r>
            <a:r>
              <a:rPr dirty="0"/>
              <a:t>. </a:t>
            </a:r>
            <a:r>
              <a:rPr dirty="0" err="1"/>
              <a:t>그룹</a:t>
            </a:r>
            <a:r>
              <a:rPr dirty="0"/>
              <a:t> </a:t>
            </a:r>
            <a:r>
              <a:rPr dirty="0" err="1"/>
              <a:t>수와</a:t>
            </a:r>
            <a:r>
              <a:rPr dirty="0"/>
              <a:t> </a:t>
            </a:r>
            <a:r>
              <a:rPr dirty="0" err="1"/>
              <a:t>관찰</a:t>
            </a:r>
            <a:r>
              <a:rPr dirty="0"/>
              <a:t> </a:t>
            </a:r>
            <a:r>
              <a:rPr dirty="0" err="1"/>
              <a:t>기간</a:t>
            </a:r>
            <a:r>
              <a:rPr dirty="0"/>
              <a:t>, </a:t>
            </a:r>
            <a:r>
              <a:rPr dirty="0" err="1"/>
              <a:t>활용률</a:t>
            </a:r>
            <a:r>
              <a:rPr dirty="0"/>
              <a:t> </a:t>
            </a:r>
            <a:r>
              <a:rPr dirty="0" err="1"/>
              <a:t>목표와</a:t>
            </a:r>
            <a:r>
              <a:rPr dirty="0"/>
              <a:t> </a:t>
            </a:r>
            <a:r>
              <a:rPr dirty="0" err="1"/>
              <a:t>기각</a:t>
            </a:r>
            <a:r>
              <a:rPr dirty="0"/>
              <a:t> </a:t>
            </a:r>
            <a:r>
              <a:rPr dirty="0" err="1"/>
              <a:t>기준은</a:t>
            </a:r>
            <a:r>
              <a:rPr dirty="0"/>
              <a:t> </a:t>
            </a:r>
            <a:r>
              <a:rPr dirty="0" err="1"/>
              <a:t>미리</a:t>
            </a:r>
            <a:r>
              <a:rPr dirty="0"/>
              <a:t> </a:t>
            </a:r>
            <a:r>
              <a:rPr dirty="0" err="1"/>
              <a:t>정합니다</a:t>
            </a:r>
            <a:r>
              <a:rPr dirty="0"/>
              <a:t>. </a:t>
            </a:r>
            <a:r>
              <a:rPr dirty="0" err="1"/>
              <a:t>품질</a:t>
            </a:r>
            <a:r>
              <a:rPr dirty="0"/>
              <a:t> </a:t>
            </a:r>
            <a:r>
              <a:rPr dirty="0" err="1"/>
              <a:t>기준을</a:t>
            </a:r>
            <a:r>
              <a:rPr dirty="0"/>
              <a:t> </a:t>
            </a:r>
            <a:r>
              <a:rPr dirty="0" err="1"/>
              <a:t>통과한</a:t>
            </a:r>
            <a:r>
              <a:rPr dirty="0"/>
              <a:t> </a:t>
            </a:r>
            <a:r>
              <a:rPr dirty="0" err="1"/>
              <a:t>추천을</a:t>
            </a:r>
            <a:r>
              <a:rPr dirty="0"/>
              <a:t> </a:t>
            </a:r>
            <a:r>
              <a:rPr dirty="0" err="1"/>
              <a:t>읽고</a:t>
            </a:r>
            <a:r>
              <a:rPr dirty="0"/>
              <a:t> </a:t>
            </a:r>
            <a:r>
              <a:rPr dirty="0" err="1"/>
              <a:t>관찰을</a:t>
            </a:r>
            <a:r>
              <a:rPr dirty="0"/>
              <a:t> </a:t>
            </a:r>
            <a:r>
              <a:rPr dirty="0" err="1"/>
              <a:t>마쳤는데도</a:t>
            </a:r>
            <a:r>
              <a:rPr dirty="0"/>
              <a:t> </a:t>
            </a:r>
            <a:r>
              <a:rPr dirty="0" err="1"/>
              <a:t>쓸</a:t>
            </a:r>
            <a:r>
              <a:rPr dirty="0"/>
              <a:t> </a:t>
            </a:r>
            <a:r>
              <a:rPr dirty="0" err="1"/>
              <a:t>조항을</a:t>
            </a:r>
            <a:r>
              <a:rPr dirty="0"/>
              <a:t> </a:t>
            </a:r>
            <a:r>
              <a:rPr dirty="0" err="1"/>
              <a:t>하나도</a:t>
            </a:r>
            <a:r>
              <a:rPr dirty="0"/>
              <a:t> </a:t>
            </a:r>
            <a:r>
              <a:rPr dirty="0" err="1"/>
              <a:t>고르지</a:t>
            </a:r>
            <a:r>
              <a:rPr dirty="0"/>
              <a:t> </a:t>
            </a:r>
            <a:r>
              <a:rPr dirty="0" err="1"/>
              <a:t>않으면</a:t>
            </a:r>
            <a:r>
              <a:rPr dirty="0"/>
              <a:t> </a:t>
            </a:r>
            <a:r>
              <a:rPr dirty="0" err="1"/>
              <a:t>활용</a:t>
            </a:r>
            <a:r>
              <a:rPr dirty="0"/>
              <a:t> </a:t>
            </a:r>
            <a:r>
              <a:rPr dirty="0" err="1"/>
              <a:t>실패로</a:t>
            </a:r>
            <a:r>
              <a:rPr dirty="0"/>
              <a:t> </a:t>
            </a:r>
            <a:r>
              <a:rPr dirty="0" err="1"/>
              <a:t>봅니다</a:t>
            </a:r>
            <a:r>
              <a:rPr dirty="0"/>
              <a:t>. </a:t>
            </a:r>
            <a:r>
              <a:rPr dirty="0" err="1"/>
              <a:t>여행에서</a:t>
            </a:r>
            <a:r>
              <a:rPr dirty="0"/>
              <a:t> </a:t>
            </a:r>
            <a:r>
              <a:rPr dirty="0" err="1"/>
              <a:t>불만이</a:t>
            </a:r>
            <a:r>
              <a:rPr dirty="0"/>
              <a:t> </a:t>
            </a:r>
            <a:r>
              <a:rPr dirty="0" err="1"/>
              <a:t>줄었는지는</a:t>
            </a:r>
            <a:r>
              <a:rPr dirty="0"/>
              <a:t> </a:t>
            </a:r>
            <a:r>
              <a:rPr dirty="0" err="1"/>
              <a:t>여행</a:t>
            </a:r>
            <a:r>
              <a:rPr dirty="0"/>
              <a:t> </a:t>
            </a:r>
            <a:r>
              <a:rPr dirty="0" err="1"/>
              <a:t>뒤</a:t>
            </a:r>
            <a:r>
              <a:rPr dirty="0"/>
              <a:t> </a:t>
            </a:r>
            <a:r>
              <a:rPr dirty="0" err="1"/>
              <a:t>따로</a:t>
            </a:r>
            <a:r>
              <a:rPr dirty="0"/>
              <a:t> </a:t>
            </a:r>
            <a:r>
              <a:rPr dirty="0" err="1"/>
              <a:t>확인합니다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[</a:t>
            </a:r>
            <a:r>
              <a:rPr dirty="0" err="1"/>
              <a:t>발표</a:t>
            </a:r>
            <a:r>
              <a:rPr dirty="0"/>
              <a:t> </a:t>
            </a:r>
            <a:r>
              <a:rPr dirty="0" err="1"/>
              <a:t>참고</a:t>
            </a:r>
            <a:r>
              <a:rPr dirty="0"/>
              <a:t>] </a:t>
            </a:r>
            <a:r>
              <a:rPr dirty="0" err="1"/>
              <a:t>근거</a:t>
            </a:r>
            <a:r>
              <a:rPr dirty="0"/>
              <a:t> </a:t>
            </a:r>
            <a:r>
              <a:rPr dirty="0" err="1"/>
              <a:t>위치</a:t>
            </a:r>
            <a:r>
              <a:rPr dirty="0"/>
              <a:t>: </a:t>
            </a:r>
            <a:r>
              <a:rPr dirty="0" err="1"/>
              <a:t>grounded_pact.md</a:t>
            </a:r>
            <a:r>
              <a:rPr dirty="0"/>
              <a:t> 1절·합격선·결과·최종 </a:t>
            </a:r>
            <a:r>
              <a:rPr dirty="0" err="1"/>
              <a:t>판정</a:t>
            </a:r>
            <a:r>
              <a:rPr dirty="0"/>
              <a:t>, </a:t>
            </a:r>
            <a:r>
              <a:rPr dirty="0" err="1"/>
              <a:t>scenario_adaptation.md</a:t>
            </a:r>
            <a:r>
              <a:rPr dirty="0"/>
              <a:t>, PROBLEM </a:t>
            </a:r>
            <a:r>
              <a:rPr dirty="0" err="1"/>
              <a:t>해결</a:t>
            </a:r>
            <a:r>
              <a:rPr dirty="0"/>
              <a:t> </a:t>
            </a:r>
            <a:r>
              <a:rPr dirty="0" err="1"/>
              <a:t>가설</a:t>
            </a:r>
            <a:r>
              <a:rPr dirty="0"/>
              <a:t>, SPEC </a:t>
            </a:r>
            <a:r>
              <a:rPr dirty="0" err="1"/>
              <a:t>제품</a:t>
            </a:r>
            <a:r>
              <a:rPr dirty="0"/>
              <a:t> </a:t>
            </a:r>
            <a:r>
              <a:rPr dirty="0" err="1"/>
              <a:t>사용</a:t>
            </a:r>
            <a:r>
              <a:rPr dirty="0"/>
              <a:t> </a:t>
            </a:r>
            <a:r>
              <a:rPr dirty="0" err="1"/>
              <a:t>검증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ts val="1959"/>
              </a:lnSpc>
            </a:pPr>
            <a:r>
              <a:rPr sz="1400" dirty="0" err="1"/>
              <a:t>요약하자면, 저희는 인터뷰에서 나온 조율의 어려움을 바탕으로, 여행 전에 서로의 바람과 한계를 확인하는 서비스를 설계했습니다. 하고 싶은 말을 삼키지 않고, 서로 맞춰 가며 여행할 수 있는 서비스를 만들겠습니다. 감사합니다.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AD17D8C-1B3F-45A2-A766-BC06BA619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00" y="1092200"/>
            <a:ext cx="10566400" cy="487660"/>
          </a:xfrm>
          <a:prstGeom prst="rect">
            <a:avLst/>
          </a:prstGeom>
          <a:noFill/>
        </p:spPr>
        <p:txBody>
          <a:bodyPr wrap="square" lIns="0" tIns="0" rIns="0" bIns="0" anchor="t"/>
          <a:lstStyle>
            <a:lvl1pPr marL="0" indent="0" algn="l">
              <a:lnSpc>
                <a:spcPct val="115000"/>
              </a:lnSpc>
              <a:buNone/>
              <a:defRPr sz="3200">
                <a:solidFill>
                  <a:srgbClr val="3E3833"/>
                </a:solidFill>
                <a:latin typeface="Noto Serif KR"/>
                <a:ea typeface="Noto Serif KR"/>
                <a:cs typeface="Noto Serif KR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sz="320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14BA19-5E3A-4AC3-A1B4-529A5A26DBD3}"/>
              </a:ext>
            </a:extLst>
          </p:cNvPr>
          <p:cNvSpPr>
            <a:spLocks noGrp="1"/>
          </p:cNvSpPr>
          <p:nvPr>
            <p:ph type="body" idx="101"/>
          </p:nvPr>
        </p:nvSpPr>
        <p:spPr>
          <a:xfrm>
            <a:off x="812800" y="1884660"/>
            <a:ext cx="10566400" cy="4160540"/>
          </a:xfrm>
          <a:prstGeom prst="rect">
            <a:avLst/>
          </a:prstGeom>
          <a:noFill/>
        </p:spPr>
        <p:txBody>
          <a:bodyPr wrap="square" lIns="0" tIns="0" rIns="0" bIns="0" anchor="t"/>
          <a:lstStyle>
            <a:lvl1pPr marL="0" indent="0" algn="l">
              <a:lnSpc>
                <a:spcPct val="140000"/>
              </a:lnSpc>
              <a:buNone/>
              <a:defRPr sz="1600">
                <a:solidFill>
                  <a:srgbClr val="3E3833"/>
                </a:solidFill>
                <a:latin typeface="IBM Plex Sans KR"/>
                <a:ea typeface="IBM Plex Sans KR"/>
                <a:cs typeface="IBM Plex Sans KR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sz="160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723D836-CB43-4B1F-8B11-789D98BF6C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00" y="1092200"/>
            <a:ext cx="10566400" cy="487660"/>
          </a:xfrm>
          <a:prstGeom prst="rect">
            <a:avLst/>
          </a:prstGeom>
          <a:noFill/>
        </p:spPr>
        <p:txBody>
          <a:bodyPr wrap="square" lIns="0" tIns="0" rIns="0" bIns="0" anchor="t"/>
          <a:lstStyle>
            <a:lvl1pPr marL="0" indent="0" algn="l">
              <a:lnSpc>
                <a:spcPct val="115000"/>
              </a:lnSpc>
              <a:buNone/>
              <a:defRPr sz="3200">
                <a:solidFill>
                  <a:srgbClr val="3E3833"/>
                </a:solidFill>
                <a:latin typeface="Noto Serif KR"/>
                <a:ea typeface="Noto Serif KR"/>
                <a:cs typeface="Noto Serif KR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sz="320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73EFF4-5FF6-479B-AEE7-4ADAA5649BAD}"/>
              </a:ext>
            </a:extLst>
          </p:cNvPr>
          <p:cNvSpPr>
            <a:spLocks noGrp="1"/>
          </p:cNvSpPr>
          <p:nvPr>
            <p:ph type="body" idx="101"/>
          </p:nvPr>
        </p:nvSpPr>
        <p:spPr>
          <a:xfrm>
            <a:off x="812800" y="1884660"/>
            <a:ext cx="10566400" cy="4160540"/>
          </a:xfrm>
          <a:prstGeom prst="rect">
            <a:avLst/>
          </a:prstGeom>
          <a:noFill/>
        </p:spPr>
        <p:txBody>
          <a:bodyPr wrap="square" lIns="0" tIns="0" rIns="0" bIns="0" anchor="t"/>
          <a:lstStyle>
            <a:lvl1pPr marL="0" indent="0" algn="l">
              <a:lnSpc>
                <a:spcPct val="140000"/>
              </a:lnSpc>
              <a:buNone/>
              <a:defRPr sz="1600">
                <a:solidFill>
                  <a:srgbClr val="3E3833"/>
                </a:solidFill>
                <a:latin typeface="IBM Plex Sans KR"/>
                <a:ea typeface="IBM Plex Sans KR"/>
                <a:cs typeface="IBM Plex Sans KR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sz="16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Team-ItBM/deliverables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C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01EE9C0D-3F6B-4BEB-8E50-FFB0542F5795}"/>
              </a:ext>
            </a:extLst>
          </p:cNvPr>
          <p:cNvSpPr>
            <a:spLocks noGrp="1"/>
          </p:cNvSpPr>
          <p:nvPr/>
        </p:nvSpPr>
        <p:spPr>
          <a:xfrm>
            <a:off x="7493000" y="0"/>
            <a:ext cx="5715000" cy="5715000"/>
          </a:xfrm>
          <a:prstGeom prst="roundRect">
            <a:avLst>
              <a:gd name="adj" fmla="val 28444"/>
            </a:avLst>
          </a:prstGeom>
          <a:solidFill>
            <a:srgbClr val="F7F5F1"/>
          </a:solidFill>
        </p:spPr>
        <p:txBody>
          <a:bodyPr/>
          <a:lstStyle/>
          <a:p>
            <a:endParaRPr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815D60FA-55EC-456C-B811-F2F61FDF3EED}"/>
              </a:ext>
            </a:extLst>
          </p:cNvPr>
          <p:cNvSpPr>
            <a:spLocks noGrp="1"/>
          </p:cNvSpPr>
          <p:nvPr/>
        </p:nvSpPr>
        <p:spPr>
          <a:xfrm>
            <a:off x="9906000" y="4826000"/>
            <a:ext cx="2667000" cy="2667000"/>
          </a:xfrm>
          <a:prstGeom prst="roundRect">
            <a:avLst>
              <a:gd name="adj" fmla="val 50000"/>
            </a:avLst>
          </a:prstGeom>
          <a:solidFill>
            <a:srgbClr val="C9A57E"/>
          </a:solidFill>
        </p:spPr>
        <p:txBody>
          <a:bodyPr/>
          <a:lstStyle/>
          <a:p>
            <a:endParaRPr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896277FC-3A3D-4663-B471-87502FA5575E}"/>
              </a:ext>
            </a:extLst>
          </p:cNvPr>
          <p:cNvSpPr>
            <a:spLocks noGrp="1"/>
          </p:cNvSpPr>
          <p:nvPr/>
        </p:nvSpPr>
        <p:spPr>
          <a:xfrm rot="20880000">
            <a:off x="7905750" y="1936750"/>
            <a:ext cx="2476500" cy="2476500"/>
          </a:xfrm>
          <a:prstGeom prst="roundRect">
            <a:avLst>
              <a:gd name="adj" fmla="val 50000"/>
            </a:avLst>
          </a:prstGeom>
          <a:noFill/>
          <a:ln w="63500">
            <a:solidFill>
              <a:srgbClr val="B3362C"/>
            </a:solidFill>
            <a:prstDash val="solid"/>
          </a:ln>
        </p:spPr>
        <p:txBody>
          <a:bodyPr wrap="square" lIns="262779" tIns="0" rIns="262829" bIns="0" anchor="ctr">
            <a:normAutofit/>
          </a:bodyPr>
          <a:lstStyle/>
          <a:p>
            <a:pPr marL="0" indent="0" algn="ctr">
              <a:lnSpc>
                <a:spcPts val="3840"/>
              </a:lnSpc>
              <a:buNone/>
            </a:pPr>
            <a:r>
              <a:rPr sz="3200" b="1">
                <a:solidFill>
                  <a:srgbClr val="B3362C"/>
                </a:solidFill>
                <a:latin typeface="Noto Serif KR"/>
                <a:ea typeface="Noto Serif KR"/>
                <a:cs typeface="Noto Serif KR"/>
              </a:rPr>
              <a:t>추천안</a:t>
            </a:r>
            <a:endParaRPr sz="3200"/>
          </a:p>
          <a:p>
            <a:pPr marL="0" indent="0" algn="ctr">
              <a:lnSpc>
                <a:spcPts val="3840"/>
              </a:lnSpc>
              <a:buNone/>
            </a:pPr>
            <a:r>
              <a:rPr sz="3200" b="1">
                <a:solidFill>
                  <a:srgbClr val="B3362C"/>
                </a:solidFill>
                <a:latin typeface="Noto Serif KR"/>
                <a:ea typeface="Noto Serif KR"/>
                <a:cs typeface="Noto Serif KR"/>
              </a:rPr>
              <a:t>발급</a:t>
            </a:r>
            <a:endParaRPr sz="320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55CF7E5D-2DC8-42CB-9267-A71346B30459}"/>
              </a:ext>
            </a:extLst>
          </p:cNvPr>
          <p:cNvSpPr>
            <a:spLocks noGrp="1"/>
          </p:cNvSpPr>
          <p:nvPr/>
        </p:nvSpPr>
        <p:spPr>
          <a:xfrm>
            <a:off x="812800" y="5999510"/>
            <a:ext cx="6540500" cy="27429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1960"/>
              </a:lnSpc>
            </a:pPr>
            <a:r>
              <a:rPr lang="en-US" altLang="ko-KR" sz="1400" b="1" dirty="0">
                <a:solidFill>
                  <a:srgbClr val="3E3833"/>
                </a:solidFill>
              </a:rPr>
              <a:t>Team </a:t>
            </a:r>
            <a:r>
              <a:rPr lang="en-US" altLang="ko-KR" sz="1400" b="1" dirty="0" err="1">
                <a:solidFill>
                  <a:srgbClr val="3E3833"/>
                </a:solidFill>
              </a:rPr>
              <a:t>ItBM</a:t>
            </a:r>
            <a:r>
              <a:rPr lang="en-US" altLang="ko-KR" sz="1400" dirty="0">
                <a:solidFill>
                  <a:srgbClr val="3E3833"/>
                </a:solidFill>
              </a:rPr>
              <a:t> | 9</a:t>
            </a:r>
            <a:r>
              <a:rPr lang="ko-KR" altLang="en-US" sz="1400" dirty="0">
                <a:solidFill>
                  <a:srgbClr val="3E3833"/>
                </a:solidFill>
              </a:rPr>
              <a:t>조 </a:t>
            </a:r>
            <a:r>
              <a:rPr lang="en-US" altLang="ko-KR" sz="1400" dirty="0">
                <a:solidFill>
                  <a:srgbClr val="3E3833"/>
                </a:solidFill>
              </a:rPr>
              <a:t>|</a:t>
            </a:r>
            <a:r>
              <a:rPr lang="ko-KR" altLang="en-US" sz="1400" dirty="0">
                <a:solidFill>
                  <a:srgbClr val="3E3833"/>
                </a:solidFill>
              </a:rPr>
              <a:t> 전민규 </a:t>
            </a:r>
            <a:r>
              <a:rPr lang="en-US" altLang="ko-KR" sz="1400" dirty="0">
                <a:solidFill>
                  <a:srgbClr val="3E3833"/>
                </a:solidFill>
              </a:rPr>
              <a:t>· </a:t>
            </a:r>
            <a:r>
              <a:rPr lang="ko-KR" altLang="en-US" sz="1400" dirty="0" err="1">
                <a:solidFill>
                  <a:srgbClr val="3E3833"/>
                </a:solidFill>
              </a:rPr>
              <a:t>김민승</a:t>
            </a:r>
            <a:r>
              <a:rPr lang="ko-KR" altLang="en-US" sz="1400" dirty="0">
                <a:solidFill>
                  <a:srgbClr val="3E3833"/>
                </a:solidFill>
              </a:rPr>
              <a:t> </a:t>
            </a:r>
            <a:r>
              <a:rPr lang="en-US" altLang="ko-KR" sz="1400" dirty="0">
                <a:solidFill>
                  <a:srgbClr val="3E3833"/>
                </a:solidFill>
              </a:rPr>
              <a:t>· </a:t>
            </a:r>
            <a:r>
              <a:rPr lang="ko-KR" altLang="en-US" sz="1400" dirty="0">
                <a:solidFill>
                  <a:srgbClr val="3E3833"/>
                </a:solidFill>
              </a:rPr>
              <a:t>김진수</a:t>
            </a:r>
            <a:endParaRPr lang="ko-KR" altLang="en-US" sz="14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87A93859-90B6-4AB8-BB23-4E769F31B051}"/>
              </a:ext>
            </a:extLst>
          </p:cNvPr>
          <p:cNvSpPr>
            <a:spLocks noGrp="1"/>
          </p:cNvSpPr>
          <p:nvPr/>
        </p:nvSpPr>
        <p:spPr>
          <a:xfrm>
            <a:off x="812800" y="5270500"/>
            <a:ext cx="10883392" cy="2387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sz="1200" spc="300">
                <a:solidFill>
                  <a:srgbClr val="8C847C"/>
                </a:solidFill>
                <a:latin typeface="IBM Plex Sans KR"/>
                <a:ea typeface="IBM Plex Sans KR"/>
                <a:cs typeface="IBM Plex Sans KR"/>
              </a:rPr>
              <a:t>TRAVEL COMPANION PACT · DISCOVERY GATE</a:t>
            </a:r>
            <a:endParaRPr sz="120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21649086-BD27-4E16-9FEF-8F3955E300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00" y="2235200"/>
            <a:ext cx="6540500" cy="101853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ts val="7820"/>
              </a:lnSpc>
              <a:buNone/>
            </a:pPr>
            <a:r>
              <a:rPr sz="6800" b="1" i="0">
                <a:solidFill>
                  <a:srgbClr val="3E3833"/>
                </a:solidFill>
                <a:latin typeface="Noto Serif KR"/>
                <a:ea typeface="Noto Serif KR"/>
                <a:cs typeface="Noto Serif KR"/>
              </a:rPr>
              <a:t>도 원 결 의</a:t>
            </a:r>
            <a:endParaRPr sz="680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C413578E-DCB1-4746-AB5E-012031E8BCDD}"/>
              </a:ext>
            </a:extLst>
          </p:cNvPr>
          <p:cNvSpPr>
            <a:spLocks noGrp="1"/>
          </p:cNvSpPr>
          <p:nvPr/>
        </p:nvSpPr>
        <p:spPr>
          <a:xfrm>
            <a:off x="812800" y="3486150"/>
            <a:ext cx="762000" cy="25400"/>
          </a:xfrm>
          <a:prstGeom prst="rect">
            <a:avLst/>
          </a:prstGeom>
          <a:solidFill>
            <a:srgbClr val="B8895A"/>
          </a:solidFill>
        </p:spPr>
        <p:txBody>
          <a:bodyPr/>
          <a:lstStyle/>
          <a:p>
            <a:endParaRPr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9EA6DC29-1D87-4110-90C9-11469873C5DB}"/>
              </a:ext>
            </a:extLst>
          </p:cNvPr>
          <p:cNvSpPr>
            <a:spLocks noGrp="1"/>
          </p:cNvSpPr>
          <p:nvPr/>
        </p:nvSpPr>
        <p:spPr>
          <a:xfrm>
            <a:off x="812800" y="3765550"/>
            <a:ext cx="10883392" cy="4165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defPPr algn="l">
              <a:defRPr sz="2200" b="0" i="0">
                <a:solidFill>
                  <a:srgbClr val="9A6F42"/>
                </a:solidFill>
                <a:latin typeface="Noto Serif KR"/>
                <a:ea typeface="Noto Serif KR"/>
                <a:cs typeface="Noto Serif KR"/>
              </a:defRPr>
            </a:defPPr>
          </a:lstStyle>
          <a:p>
            <a:pPr algn="l">
              <a:defRPr sz="2200" b="0" i="0">
                <a:solidFill>
                  <a:srgbClr val="9A6F42"/>
                </a:solidFill>
                <a:latin typeface="Noto Serif KR"/>
                <a:ea typeface="Noto Serif KR"/>
                <a:cs typeface="Noto Serif KR"/>
              </a:defRPr>
            </a:pPr>
            <a:r>
              <a:rPr sz="2200" b="0" i="0" u="none">
                <a:solidFill>
                  <a:srgbClr val="9A6F42"/>
                </a:solidFill>
                <a:latin typeface="Noto Serif KR"/>
                <a:ea typeface="Noto Serif KR"/>
                <a:cs typeface="Noto Serif KR"/>
              </a:rPr>
              <a:t>여행 전에 서로의 바람을 확인하는 추천 협약서</a:t>
            </a:r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3DE267FF-7242-4939-AAF0-F483AE1EB301}"/>
              </a:ext>
            </a:extLst>
          </p:cNvPr>
          <p:cNvSpPr>
            <a:spLocks noGrp="1"/>
          </p:cNvSpPr>
          <p:nvPr/>
        </p:nvSpPr>
        <p:spPr>
          <a:xfrm>
            <a:off x="812800" y="4956721"/>
            <a:ext cx="10883392" cy="2387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sz="1200" spc="300">
                <a:solidFill>
                  <a:srgbClr val="8C847C"/>
                </a:solidFill>
                <a:latin typeface="IBM Plex Sans KR"/>
                <a:ea typeface="IBM Plex Sans KR"/>
                <a:cs typeface="IBM Plex Sans KR"/>
              </a:rPr>
              <a:t>여행 동행인 협약서 · 발견 게이트</a:t>
            </a:r>
            <a:endParaRPr sz="1200"/>
          </a:p>
        </p:txBody>
      </p:sp>
    </p:spTree>
    <p:extLst>
      <p:ext uri="{BB962C8B-B14F-4D97-AF65-F5344CB8AC3E}">
        <p14:creationId xmlns:p14="http://schemas.microsoft.com/office/powerpoint/2010/main" val="9375454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B2E6BDE9-9694-44E2-B0B8-FD7DCD1E50A7}"/>
              </a:ext>
            </a:extLst>
          </p:cNvPr>
          <p:cNvSpPr>
            <a:spLocks noGrp="1"/>
          </p:cNvSpPr>
          <p:nvPr/>
        </p:nvSpPr>
        <p:spPr>
          <a:xfrm>
            <a:off x="812800" y="812800"/>
            <a:ext cx="457200" cy="25400"/>
          </a:xfrm>
          <a:prstGeom prst="rect">
            <a:avLst/>
          </a:prstGeom>
          <a:solidFill>
            <a:srgbClr val="B8895A"/>
          </a:solidFill>
        </p:spPr>
        <p:txBody>
          <a:bodyPr/>
          <a:lstStyle/>
          <a:p>
            <a:endParaRPr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74671352-6EB1-45C9-B96A-F038071360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00" y="1091793"/>
            <a:ext cx="10883392" cy="51306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91482"/>
          </a:bodyPr>
          <a:lstStyle>
            <a:defPPr algn="l">
              <a:defRPr sz="3200" b="1" i="0">
                <a:solidFill>
                  <a:srgbClr val="3E3833"/>
                </a:solidFill>
                <a:latin typeface="Noto Serif KR"/>
                <a:ea typeface="Noto Serif KR"/>
                <a:cs typeface="Noto Serif KR"/>
              </a:defRPr>
            </a:defPPr>
          </a:lstStyle>
          <a:p>
            <a:pPr algn="l">
              <a:defRPr sz="3200" b="1" i="0">
                <a:solidFill>
                  <a:srgbClr val="3E3833"/>
                </a:solidFill>
                <a:latin typeface="Noto Serif KR"/>
                <a:ea typeface="Noto Serif KR"/>
                <a:cs typeface="Noto Serif KR"/>
              </a:defRPr>
            </a:pPr>
            <a:r>
              <a:rPr sz="3200" b="1" i="0" u="none">
                <a:solidFill>
                  <a:srgbClr val="3E3833"/>
                </a:solidFill>
                <a:latin typeface="Noto Serif KR"/>
                <a:ea typeface="Noto Serif KR"/>
                <a:cs typeface="Noto Serif KR"/>
              </a:rPr>
              <a:t>문제 정의</a:t>
            </a: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CC921D4C-23AE-47D2-84A6-01E1E8ADDA74}"/>
              </a:ext>
            </a:extLst>
          </p:cNvPr>
          <p:cNvSpPr>
            <a:spLocks noGrp="1"/>
          </p:cNvSpPr>
          <p:nvPr/>
        </p:nvSpPr>
        <p:spPr>
          <a:xfrm>
            <a:off x="654304" y="1986260"/>
            <a:ext cx="10883392" cy="9499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defPPr algn="ctr">
              <a:defRPr sz="2600" b="1" i="0">
                <a:solidFill>
                  <a:srgbClr val="3E3833"/>
                </a:solidFill>
                <a:latin typeface="Noto Serif KR"/>
                <a:ea typeface="Noto Serif KR"/>
                <a:cs typeface="Noto Serif KR"/>
              </a:defRPr>
            </a:defPPr>
          </a:lstStyle>
          <a:p>
            <a:pPr algn="ctr">
              <a:defRPr sz="2600" b="1" i="0">
                <a:solidFill>
                  <a:srgbClr val="3E3833"/>
                </a:solidFill>
                <a:latin typeface="Noto Serif KR"/>
                <a:ea typeface="Noto Serif KR"/>
                <a:cs typeface="Noto Serif KR"/>
              </a:defRPr>
            </a:pPr>
            <a:r>
              <a:rPr sz="2600" b="1" i="0" u="none">
                <a:solidFill>
                  <a:srgbClr val="3E3833"/>
                </a:solidFill>
                <a:latin typeface="Noto Serif KR"/>
                <a:ea typeface="Noto Serif KR"/>
                <a:cs typeface="Noto Serif KR"/>
              </a:rPr>
              <a:t>여행 일정을 맞출 때</a:t>
            </a:r>
          </a:p>
          <a:p>
            <a:pPr algn="ctr">
              <a:defRPr sz="2600" b="1" i="0">
                <a:solidFill>
                  <a:srgbClr val="3E3833"/>
                </a:solidFill>
                <a:latin typeface="Noto Serif KR"/>
                <a:ea typeface="Noto Serif KR"/>
                <a:cs typeface="Noto Serif KR"/>
              </a:defRPr>
            </a:pPr>
            <a:r>
              <a:rPr sz="2600" b="1" i="0" u="none">
                <a:solidFill>
                  <a:srgbClr val="3E3833"/>
                </a:solidFill>
                <a:latin typeface="Noto Serif KR"/>
                <a:ea typeface="Noto Serif KR"/>
                <a:cs typeface="Noto Serif KR"/>
              </a:rPr>
              <a:t>바람과 한계를 다 말하거나 반영하기 어렵다</a:t>
            </a: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DFC3DABC-6D3C-4BEA-AB1E-00F8CAA36533}"/>
              </a:ext>
            </a:extLst>
          </p:cNvPr>
          <p:cNvSpPr>
            <a:spLocks noGrp="1"/>
          </p:cNvSpPr>
          <p:nvPr/>
        </p:nvSpPr>
        <p:spPr>
          <a:xfrm>
            <a:off x="812800" y="3317180"/>
            <a:ext cx="3386634" cy="1808411"/>
          </a:xfrm>
          <a:prstGeom prst="roundRect">
            <a:avLst>
              <a:gd name="adj" fmla="val 4214"/>
            </a:avLst>
          </a:prstGeom>
          <a:solidFill>
            <a:srgbClr val="EFECE7"/>
          </a:solidFill>
          <a:effectLst>
            <a:outerShdw blurRad="76200" dist="25400" dir="5400000" algn="bl" rotWithShape="0">
              <a:srgbClr val="3E3833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6" name="Image 0">
            <a:extLst>
              <a:ext uri="{FF2B5EF4-FFF2-40B4-BE49-F238E27FC236}">
                <a16:creationId xmlns:a16="http://schemas.microsoft.com/office/drawing/2014/main" id="{6133A278-FBBA-44D4-82D9-C2E1C6A4DC5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277517" y="3621980"/>
            <a:ext cx="457200" cy="457200"/>
          </a:xfrm>
          <a:prstGeom prst="rect">
            <a:avLst/>
          </a:prstGeom>
        </p:spPr>
      </p:pic>
      <p:sp>
        <p:nvSpPr>
          <p:cNvPr id="7" name="Text 4">
            <a:extLst>
              <a:ext uri="{FF2B5EF4-FFF2-40B4-BE49-F238E27FC236}">
                <a16:creationId xmlns:a16="http://schemas.microsoft.com/office/drawing/2014/main" id="{73C5DEC4-A112-4932-AE19-7B3DF4C2C30F}"/>
              </a:ext>
            </a:extLst>
          </p:cNvPr>
          <p:cNvSpPr>
            <a:spLocks noGrp="1"/>
          </p:cNvSpPr>
          <p:nvPr/>
        </p:nvSpPr>
        <p:spPr>
          <a:xfrm>
            <a:off x="1739652" y="4206180"/>
            <a:ext cx="1532930" cy="29969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ctr">
              <a:lnSpc>
                <a:spcPts val="2160"/>
              </a:lnSpc>
              <a:buNone/>
            </a:pPr>
            <a:r>
              <a:rPr sz="1800" b="1" dirty="0" err="1">
                <a:solidFill>
                  <a:srgbClr val="3E3833"/>
                </a:solidFill>
                <a:latin typeface="IBM Plex Sans KR"/>
                <a:ea typeface="IBM Plex Sans KR"/>
                <a:cs typeface="IBM Plex Sans KR"/>
              </a:rPr>
              <a:t>의견</a:t>
            </a:r>
            <a:r>
              <a:rPr lang="ko-KR" altLang="en-US" sz="1800" b="1" dirty="0">
                <a:solidFill>
                  <a:srgbClr val="3E3833"/>
                </a:solidFill>
                <a:latin typeface="IBM Plex Sans KR"/>
                <a:ea typeface="IBM Plex Sans KR"/>
                <a:cs typeface="IBM Plex Sans KR"/>
              </a:rPr>
              <a:t> 차이</a:t>
            </a:r>
            <a:endParaRPr sz="1800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7D451527-3C32-4281-93B6-25C109903057}"/>
              </a:ext>
            </a:extLst>
          </p:cNvPr>
          <p:cNvSpPr>
            <a:spLocks noGrp="1"/>
          </p:cNvSpPr>
          <p:nvPr/>
        </p:nvSpPr>
        <p:spPr>
          <a:xfrm>
            <a:off x="1948671" y="4607471"/>
            <a:ext cx="1114842" cy="2387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sz="1200">
                <a:solidFill>
                  <a:srgbClr val="8C847C"/>
                </a:solidFill>
                <a:latin typeface="IBM Plex Sans KR"/>
                <a:ea typeface="IBM Plex Sans KR"/>
                <a:cs typeface="IBM Plex Sans KR"/>
              </a:rPr>
              <a:t>더 다닐까, 쉴까</a:t>
            </a:r>
            <a:endParaRPr sz="1200"/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2A4D9322-C894-4C4F-B53A-51F6AC4F1BC3}"/>
              </a:ext>
            </a:extLst>
          </p:cNvPr>
          <p:cNvSpPr>
            <a:spLocks noGrp="1"/>
          </p:cNvSpPr>
          <p:nvPr/>
        </p:nvSpPr>
        <p:spPr>
          <a:xfrm>
            <a:off x="4402634" y="3317180"/>
            <a:ext cx="3386683" cy="1808411"/>
          </a:xfrm>
          <a:prstGeom prst="roundRect">
            <a:avLst>
              <a:gd name="adj" fmla="val 4214"/>
            </a:avLst>
          </a:prstGeom>
          <a:solidFill>
            <a:srgbClr val="57504A"/>
          </a:solidFill>
          <a:effectLst>
            <a:outerShdw blurRad="76200" dist="25400" dir="5400000" algn="bl" rotWithShape="0">
              <a:srgbClr val="3E3833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10" name="Image 1">
            <a:extLst>
              <a:ext uri="{FF2B5EF4-FFF2-40B4-BE49-F238E27FC236}">
                <a16:creationId xmlns:a16="http://schemas.microsoft.com/office/drawing/2014/main" id="{1FEC503A-B7DC-4C6A-9B54-7C53FF83C51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867350" y="3621980"/>
            <a:ext cx="457200" cy="457200"/>
          </a:xfrm>
          <a:prstGeom prst="rect">
            <a:avLst/>
          </a:prstGeom>
        </p:spPr>
      </p:pic>
      <p:sp>
        <p:nvSpPr>
          <p:cNvPr id="11" name="Text 7">
            <a:extLst>
              <a:ext uri="{FF2B5EF4-FFF2-40B4-BE49-F238E27FC236}">
                <a16:creationId xmlns:a16="http://schemas.microsoft.com/office/drawing/2014/main" id="{69BF0047-DE3F-45D6-B449-2751CD75B8C3}"/>
              </a:ext>
            </a:extLst>
          </p:cNvPr>
          <p:cNvSpPr>
            <a:spLocks noGrp="1"/>
          </p:cNvSpPr>
          <p:nvPr/>
        </p:nvSpPr>
        <p:spPr>
          <a:xfrm>
            <a:off x="4558160" y="4206180"/>
            <a:ext cx="3075582" cy="29969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ctr">
              <a:lnSpc>
                <a:spcPts val="2160"/>
              </a:lnSpc>
              <a:buNone/>
            </a:pPr>
            <a:r>
              <a:rPr lang="ko-KR" altLang="en-US" sz="1800" b="1" dirty="0">
                <a:solidFill>
                  <a:srgbClr val="F7F5F1"/>
                </a:solidFill>
                <a:latin typeface="IBM Plex Sans KR"/>
                <a:ea typeface="IBM Plex Sans KR"/>
                <a:cs typeface="IBM Plex Sans KR"/>
              </a:rPr>
              <a:t>편하게 말하기 어려움</a:t>
            </a:r>
            <a:endParaRPr sz="1800" dirty="0"/>
          </a:p>
        </p:txBody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F15F14B1-1AF0-4B36-85D5-78A602F40555}"/>
              </a:ext>
            </a:extLst>
          </p:cNvPr>
          <p:cNvSpPr>
            <a:spLocks noGrp="1"/>
          </p:cNvSpPr>
          <p:nvPr/>
        </p:nvSpPr>
        <p:spPr>
          <a:xfrm>
            <a:off x="4751808" y="4607471"/>
            <a:ext cx="2688336" cy="2387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ko-KR" altLang="en-US" sz="1200" dirty="0">
                <a:solidFill>
                  <a:srgbClr val="D9CFC4"/>
                </a:solidFill>
                <a:latin typeface="IBM Plex Sans KR"/>
                <a:ea typeface="IBM Plex Sans KR"/>
                <a:cs typeface="IBM Plex Sans KR"/>
              </a:rPr>
              <a:t>다른 사람이</a:t>
            </a:r>
            <a:r>
              <a:rPr sz="1200" dirty="0">
                <a:solidFill>
                  <a:srgbClr val="D9CFC4"/>
                </a:solidFill>
                <a:latin typeface="IBM Plex Sans KR"/>
                <a:ea typeface="IBM Plex Sans KR"/>
                <a:cs typeface="IBM Plex Sans KR"/>
              </a:rPr>
              <a:t> </a:t>
            </a:r>
            <a:r>
              <a:rPr sz="1200" dirty="0" err="1">
                <a:solidFill>
                  <a:srgbClr val="D9CFC4"/>
                </a:solidFill>
                <a:latin typeface="IBM Plex Sans KR"/>
                <a:ea typeface="IBM Plex Sans KR"/>
                <a:cs typeface="IBM Plex Sans KR"/>
              </a:rPr>
              <a:t>일정을</a:t>
            </a:r>
            <a:r>
              <a:rPr sz="1200" dirty="0">
                <a:solidFill>
                  <a:srgbClr val="D9CFC4"/>
                </a:solidFill>
                <a:latin typeface="IBM Plex Sans KR"/>
                <a:ea typeface="IBM Plex Sans KR"/>
                <a:cs typeface="IBM Plex Sans KR"/>
              </a:rPr>
              <a:t> </a:t>
            </a:r>
            <a:r>
              <a:rPr sz="1200" dirty="0" err="1">
                <a:solidFill>
                  <a:srgbClr val="D9CFC4"/>
                </a:solidFill>
                <a:latin typeface="IBM Plex Sans KR"/>
                <a:ea typeface="IBM Plex Sans KR"/>
                <a:cs typeface="IBM Plex Sans KR"/>
              </a:rPr>
              <a:t>짜왔으니까</a:t>
            </a:r>
            <a:endParaRPr sz="1200" dirty="0"/>
          </a:p>
        </p:txBody>
      </p:sp>
      <p:sp>
        <p:nvSpPr>
          <p:cNvPr id="13" name="Shape 9">
            <a:extLst>
              <a:ext uri="{FF2B5EF4-FFF2-40B4-BE49-F238E27FC236}">
                <a16:creationId xmlns:a16="http://schemas.microsoft.com/office/drawing/2014/main" id="{5B26F4E7-BB82-4FE3-A9C5-2E5EF4A3E234}"/>
              </a:ext>
            </a:extLst>
          </p:cNvPr>
          <p:cNvSpPr>
            <a:spLocks noGrp="1"/>
          </p:cNvSpPr>
          <p:nvPr/>
        </p:nvSpPr>
        <p:spPr>
          <a:xfrm>
            <a:off x="7992517" y="3317180"/>
            <a:ext cx="3386683" cy="1808411"/>
          </a:xfrm>
          <a:prstGeom prst="roundRect">
            <a:avLst>
              <a:gd name="adj" fmla="val 4214"/>
            </a:avLst>
          </a:prstGeom>
          <a:solidFill>
            <a:srgbClr val="EFECE7"/>
          </a:solidFill>
          <a:effectLst>
            <a:outerShdw blurRad="76200" dist="25400" dir="5400000" algn="bl" rotWithShape="0">
              <a:srgbClr val="3E3833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14" name="Image 2">
            <a:extLst>
              <a:ext uri="{FF2B5EF4-FFF2-40B4-BE49-F238E27FC236}">
                <a16:creationId xmlns:a16="http://schemas.microsoft.com/office/drawing/2014/main" id="{5B35E31B-7CA9-4359-89B0-287DD031CFDB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9457234" y="3621980"/>
            <a:ext cx="457200" cy="457200"/>
          </a:xfrm>
          <a:prstGeom prst="rect">
            <a:avLst/>
          </a:prstGeom>
        </p:spPr>
      </p:pic>
      <p:sp>
        <p:nvSpPr>
          <p:cNvPr id="15" name="Text 10">
            <a:extLst>
              <a:ext uri="{FF2B5EF4-FFF2-40B4-BE49-F238E27FC236}">
                <a16:creationId xmlns:a16="http://schemas.microsoft.com/office/drawing/2014/main" id="{0A500F02-253F-4ADC-B658-AA5E7100ED2A}"/>
              </a:ext>
            </a:extLst>
          </p:cNvPr>
          <p:cNvSpPr>
            <a:spLocks noGrp="1"/>
          </p:cNvSpPr>
          <p:nvPr/>
        </p:nvSpPr>
        <p:spPr>
          <a:xfrm>
            <a:off x="8334375" y="4206145"/>
            <a:ext cx="2686050" cy="299657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defPPr algn="ctr">
              <a:defRPr sz="1875" b="1" i="0">
                <a:solidFill>
                  <a:srgbClr val="3E3833"/>
                </a:solidFill>
                <a:latin typeface="IBM Plex Sans KR"/>
                <a:ea typeface="IBM Plex Sans KR"/>
                <a:cs typeface="IBM Plex Sans KR"/>
              </a:defRPr>
            </a:defPPr>
          </a:lstStyle>
          <a:p>
            <a:pPr algn="ctr">
              <a:defRPr sz="1875" b="1" i="0">
                <a:solidFill>
                  <a:srgbClr val="3E3833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875" b="1" i="0" u="none">
                <a:solidFill>
                  <a:srgbClr val="3E3833"/>
                </a:solidFill>
                <a:latin typeface="IBM Plex Sans KR"/>
                <a:ea typeface="IBM Plex Sans KR"/>
                <a:cs typeface="IBM Plex Sans KR"/>
              </a:rPr>
              <a:t>조율 후의 아쉬움</a:t>
            </a:r>
          </a:p>
        </p:txBody>
      </p:sp>
      <p:sp>
        <p:nvSpPr>
          <p:cNvPr id="16" name="Text 11">
            <a:extLst>
              <a:ext uri="{FF2B5EF4-FFF2-40B4-BE49-F238E27FC236}">
                <a16:creationId xmlns:a16="http://schemas.microsoft.com/office/drawing/2014/main" id="{32602FA0-4A9C-4A41-9426-CC64E3F3B6F4}"/>
              </a:ext>
            </a:extLst>
          </p:cNvPr>
          <p:cNvSpPr>
            <a:spLocks noGrp="1"/>
          </p:cNvSpPr>
          <p:nvPr/>
        </p:nvSpPr>
        <p:spPr>
          <a:xfrm>
            <a:off x="8334375" y="4607433"/>
            <a:ext cx="2686050" cy="238697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defPPr algn="ctr">
              <a:defRPr sz="1350" b="0" i="0">
                <a:solidFill>
                  <a:srgbClr val="8C847C"/>
                </a:solidFill>
                <a:latin typeface="IBM Plex Sans KR"/>
                <a:ea typeface="IBM Plex Sans KR"/>
                <a:cs typeface="IBM Plex Sans KR"/>
              </a:defRPr>
            </a:defPPr>
          </a:lstStyle>
          <a:p>
            <a:pPr algn="ctr">
              <a:defRPr sz="1350" b="0" i="0">
                <a:solidFill>
                  <a:srgbClr val="8C847C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350" b="0" i="0" u="none">
                <a:solidFill>
                  <a:srgbClr val="8C847C"/>
                </a:solidFill>
                <a:latin typeface="IBM Plex Sans KR"/>
                <a:ea typeface="IBM Plex Sans KR"/>
                <a:cs typeface="IBM Plex Sans KR"/>
              </a:rPr>
              <a:t>다음 계획은 말하지 않게 됨</a:t>
            </a:r>
          </a:p>
        </p:txBody>
      </p:sp>
      <p:sp>
        <p:nvSpPr>
          <p:cNvPr id="18" name="Text 13">
            <a:extLst>
              <a:ext uri="{FF2B5EF4-FFF2-40B4-BE49-F238E27FC236}">
                <a16:creationId xmlns:a16="http://schemas.microsoft.com/office/drawing/2014/main" id="{C7BFD1BA-EF16-42A0-B05B-9E6858D73981}"/>
              </a:ext>
            </a:extLst>
          </p:cNvPr>
          <p:cNvSpPr>
            <a:spLocks noGrp="1"/>
          </p:cNvSpPr>
          <p:nvPr/>
        </p:nvSpPr>
        <p:spPr>
          <a:xfrm>
            <a:off x="812768" y="6238304"/>
            <a:ext cx="9048750" cy="238697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defPPr algn="l">
              <a:defRPr sz="1125" b="0" i="0">
                <a:solidFill>
                  <a:srgbClr val="A39B92"/>
                </a:solidFill>
                <a:latin typeface="IBM Plex Sans KR"/>
                <a:ea typeface="IBM Plex Sans KR"/>
                <a:cs typeface="IBM Plex Sans KR"/>
              </a:defRPr>
            </a:defPPr>
          </a:lstStyle>
          <a:p>
            <a:pPr algn="l">
              <a:defRPr sz="1125" b="0" i="0">
                <a:solidFill>
                  <a:srgbClr val="A39B92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125" b="0" i="0" u="none">
                <a:solidFill>
                  <a:srgbClr val="A39B92"/>
                </a:solidFill>
                <a:latin typeface="IBM Plex Sans KR"/>
                <a:ea typeface="IBM Plex Sans KR"/>
                <a:cs typeface="IBM Plex Sans KR"/>
              </a:rPr>
              <a:t>TEAM ItBM</a:t>
            </a:r>
          </a:p>
        </p:txBody>
      </p:sp>
      <p:sp>
        <p:nvSpPr>
          <p:cNvPr id="19" name="Text 14">
            <a:extLst>
              <a:ext uri="{FF2B5EF4-FFF2-40B4-BE49-F238E27FC236}">
                <a16:creationId xmlns:a16="http://schemas.microsoft.com/office/drawing/2014/main" id="{2E0E4473-2267-46BD-9527-E044D215ED69}"/>
              </a:ext>
            </a:extLst>
          </p:cNvPr>
          <p:cNvSpPr>
            <a:spLocks noGrp="1"/>
          </p:cNvSpPr>
          <p:nvPr/>
        </p:nvSpPr>
        <p:spPr>
          <a:xfrm>
            <a:off x="9417050" y="6238280"/>
            <a:ext cx="1962150" cy="2387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defPPr algn="r">
              <a:defRPr sz="1200" b="0" i="0">
                <a:solidFill>
                  <a:srgbClr val="A39B92"/>
                </a:solidFill>
                <a:latin typeface="IBM Plex Sans KR"/>
                <a:ea typeface="IBM Plex Sans KR"/>
                <a:cs typeface="IBM Plex Sans KR"/>
              </a:defRPr>
            </a:defPPr>
          </a:lstStyle>
          <a:p>
            <a:pPr algn="r">
              <a:defRPr sz="1200" b="0" i="0">
                <a:solidFill>
                  <a:srgbClr val="A39B92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200" b="0" i="0" u="none">
                <a:solidFill>
                  <a:srgbClr val="A39B92"/>
                </a:solidFill>
                <a:latin typeface="IBM Plex Sans KR"/>
                <a:ea typeface="IBM Plex Sans KR"/>
                <a:cs typeface="IBM Plex Sans KR"/>
              </a:rPr>
              <a:t>02 / 11</a:t>
            </a:r>
          </a:p>
        </p:txBody>
      </p:sp>
      <p:sp>
        <p:nvSpPr>
          <p:cNvPr id="20" name="Chip Target">
            <a:extLst>
              <a:ext uri="{FF2B5EF4-FFF2-40B4-BE49-F238E27FC236}">
                <a16:creationId xmlns:a16="http://schemas.microsoft.com/office/drawing/2014/main" id="{AE23EF00-A471-4F64-AFAB-AA92D266C8B8}"/>
              </a:ext>
            </a:extLst>
          </p:cNvPr>
          <p:cNvSpPr>
            <a:spLocks noGrp="1"/>
          </p:cNvSpPr>
          <p:nvPr/>
        </p:nvSpPr>
        <p:spPr>
          <a:xfrm>
            <a:off x="813816" y="5321808"/>
            <a:ext cx="5221224" cy="502920"/>
          </a:xfrm>
          <a:prstGeom prst="roundRect">
            <a:avLst>
              <a:gd name="adj" fmla="val 50000"/>
            </a:avLst>
          </a:prstGeom>
          <a:solidFill>
            <a:srgbClr val="EFECE7"/>
          </a:solidFill>
        </p:spPr>
        <p:txBody>
          <a:bodyPr wrap="square" lIns="154954" tIns="53354" rIns="12079" bIns="27954" anchor="t">
            <a:normAutofit/>
          </a:bodyPr>
          <a:lstStyle>
            <a:defPPr algn="l">
              <a:defRPr sz="1400" b="0" i="0">
                <a:solidFill>
                  <a:srgbClr val="9A6F42"/>
                </a:solidFill>
                <a:latin typeface="IBM Plex Sans KR"/>
                <a:ea typeface="IBM Plex Sans KR"/>
                <a:cs typeface="IBM Plex Sans KR"/>
              </a:defRPr>
            </a:defPPr>
          </a:lstStyle>
          <a:p>
            <a:pPr algn="l">
              <a:defRPr sz="1400" b="0" i="0">
                <a:solidFill>
                  <a:srgbClr val="9A6F42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400" b="1" i="0" u="none">
                <a:solidFill>
                  <a:srgbClr val="9A6F42"/>
                </a:solidFill>
                <a:latin typeface="IBM Plex Sans KR"/>
                <a:ea typeface="IBM Plex Sans KR"/>
                <a:cs typeface="IBM Plex Sans KR"/>
              </a:rPr>
              <a:t>대상   </a:t>
            </a:r>
            <a:r>
              <a:rPr sz="1400" b="0" i="0" u="none">
                <a:solidFill>
                  <a:srgbClr val="3E3833"/>
                </a:solidFill>
                <a:latin typeface="IBM Plex Sans KR"/>
                <a:ea typeface="IBM Plex Sans KR"/>
                <a:cs typeface="IBM Plex Sans KR"/>
              </a:rPr>
              <a:t>함께 자유여행 일정을 정하는 친구·연인·가족 등</a:t>
            </a:r>
          </a:p>
        </p:txBody>
      </p:sp>
      <p:sp>
        <p:nvSpPr>
          <p:cNvPr id="21" name="Chip NonTarget">
            <a:extLst>
              <a:ext uri="{FF2B5EF4-FFF2-40B4-BE49-F238E27FC236}">
                <a16:creationId xmlns:a16="http://schemas.microsoft.com/office/drawing/2014/main" id="{712A62D3-E101-4238-9B18-C6F87D018F4A}"/>
              </a:ext>
            </a:extLst>
          </p:cNvPr>
          <p:cNvSpPr>
            <a:spLocks noGrp="1"/>
          </p:cNvSpPr>
          <p:nvPr/>
        </p:nvSpPr>
        <p:spPr>
          <a:xfrm>
            <a:off x="6163056" y="5321808"/>
            <a:ext cx="5221224" cy="502920"/>
          </a:xfrm>
          <a:prstGeom prst="roundRect">
            <a:avLst>
              <a:gd name="adj" fmla="val 50000"/>
            </a:avLst>
          </a:prstGeom>
          <a:solidFill>
            <a:srgbClr val="EFECE7"/>
          </a:solidFill>
        </p:spPr>
        <p:txBody>
          <a:bodyPr wrap="square" lIns="154954" tIns="53354" rIns="12079" bIns="27954" anchor="t">
            <a:normAutofit/>
          </a:bodyPr>
          <a:lstStyle>
            <a:defPPr algn="l">
              <a:defRPr sz="1400" b="0" i="0">
                <a:solidFill>
                  <a:srgbClr val="9A6F42"/>
                </a:solidFill>
                <a:latin typeface="IBM Plex Sans KR"/>
                <a:ea typeface="IBM Plex Sans KR"/>
                <a:cs typeface="IBM Plex Sans KR"/>
              </a:defRPr>
            </a:defPPr>
          </a:lstStyle>
          <a:p>
            <a:pPr algn="l">
              <a:defRPr sz="1400" b="0" i="0">
                <a:solidFill>
                  <a:srgbClr val="9A6F42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400" b="1" i="0" u="none">
                <a:solidFill>
                  <a:srgbClr val="9A6F42"/>
                </a:solidFill>
                <a:latin typeface="IBM Plex Sans KR"/>
                <a:ea typeface="IBM Plex Sans KR"/>
                <a:cs typeface="IBM Plex Sans KR"/>
              </a:rPr>
              <a:t>비대상   </a:t>
            </a:r>
            <a:r>
              <a:rPr sz="1400" b="0" i="0" u="none">
                <a:solidFill>
                  <a:srgbClr val="3E3833"/>
                </a:solidFill>
                <a:latin typeface="IBM Plex Sans KR"/>
                <a:ea typeface="IBM Plex Sans KR"/>
                <a:cs typeface="IBM Plex Sans KR"/>
              </a:rPr>
              <a:t>혼자 여행, 단체 일정 운영, 여행 중 실시간 예약·동선</a:t>
            </a:r>
          </a:p>
        </p:txBody>
      </p:sp>
    </p:spTree>
    <p:extLst>
      <p:ext uri="{BB962C8B-B14F-4D97-AF65-F5344CB8AC3E}">
        <p14:creationId xmlns:p14="http://schemas.microsoft.com/office/powerpoint/2010/main" val="7353981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09E89B96-CD46-4D0F-B650-E25500BA12B6}"/>
              </a:ext>
            </a:extLst>
          </p:cNvPr>
          <p:cNvSpPr>
            <a:spLocks noGrp="1"/>
          </p:cNvSpPr>
          <p:nvPr/>
        </p:nvSpPr>
        <p:spPr>
          <a:xfrm>
            <a:off x="812800" y="812800"/>
            <a:ext cx="457200" cy="25400"/>
          </a:xfrm>
          <a:prstGeom prst="rect">
            <a:avLst/>
          </a:prstGeom>
          <a:solidFill>
            <a:srgbClr val="B8895A"/>
          </a:solidFill>
        </p:spPr>
        <p:txBody>
          <a:bodyPr/>
          <a:lstStyle/>
          <a:p>
            <a:endParaRPr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2453E220-0D01-461F-8168-DD38067CDC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00" y="1091793"/>
            <a:ext cx="10883392" cy="51306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91482"/>
          </a:bodyPr>
          <a:lstStyle>
            <a:defPPr algn="l">
              <a:defRPr sz="3200" b="1" i="0">
                <a:solidFill>
                  <a:srgbClr val="3E3833"/>
                </a:solidFill>
                <a:latin typeface="Noto Serif KR"/>
                <a:ea typeface="Noto Serif KR"/>
                <a:cs typeface="Noto Serif KR"/>
              </a:defRPr>
            </a:defPPr>
          </a:lstStyle>
          <a:p>
            <a:pPr algn="l">
              <a:defRPr sz="3200" b="1" i="0">
                <a:solidFill>
                  <a:srgbClr val="3E3833"/>
                </a:solidFill>
                <a:latin typeface="Noto Serif KR"/>
                <a:ea typeface="Noto Serif KR"/>
                <a:cs typeface="Noto Serif KR"/>
              </a:defRPr>
            </a:pPr>
            <a:r>
              <a:rPr sz="3200" b="1" i="0" u="none">
                <a:solidFill>
                  <a:srgbClr val="3E3833"/>
                </a:solidFill>
                <a:latin typeface="Noto Serif KR"/>
                <a:ea typeface="Noto Serif KR"/>
                <a:cs typeface="Noto Serif KR"/>
              </a:rPr>
              <a:t>인터뷰 개요</a:t>
            </a: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DE60E332-216E-4C5F-93C0-91C28BDFE029}"/>
              </a:ext>
            </a:extLst>
          </p:cNvPr>
          <p:cNvSpPr>
            <a:spLocks noGrp="1"/>
          </p:cNvSpPr>
          <p:nvPr/>
        </p:nvSpPr>
        <p:spPr>
          <a:xfrm>
            <a:off x="813816" y="1833860"/>
            <a:ext cx="3419856" cy="1597620"/>
          </a:xfrm>
          <a:prstGeom prst="roundRect">
            <a:avLst>
              <a:gd name="adj" fmla="val 4770"/>
            </a:avLst>
          </a:prstGeom>
          <a:solidFill>
            <a:srgbClr val="EFECE7"/>
          </a:solidFill>
          <a:effectLst>
            <a:outerShdw blurRad="76200" dist="25400" dir="5400000" algn="bl" rotWithShape="0">
              <a:srgbClr val="3E3833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7D6FCA03-9095-497D-9303-5640C39B57A9}"/>
              </a:ext>
            </a:extLst>
          </p:cNvPr>
          <p:cNvSpPr>
            <a:spLocks noGrp="1"/>
          </p:cNvSpPr>
          <p:nvPr/>
        </p:nvSpPr>
        <p:spPr>
          <a:xfrm>
            <a:off x="2121580" y="2087860"/>
            <a:ext cx="804327" cy="80769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ctr">
              <a:lnSpc>
                <a:spcPts val="6160"/>
              </a:lnSpc>
              <a:buNone/>
            </a:pPr>
            <a:r>
              <a:rPr sz="4400" b="1">
                <a:solidFill>
                  <a:srgbClr val="3E3833"/>
                </a:solidFill>
                <a:latin typeface="Noto Serif KR"/>
                <a:ea typeface="Noto Serif KR"/>
                <a:cs typeface="Noto Serif KR"/>
              </a:rPr>
              <a:t>14</a:t>
            </a:r>
            <a:endParaRPr sz="440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1689CC12-8F74-4F8E-94AD-BD4994CB02A3}"/>
              </a:ext>
            </a:extLst>
          </p:cNvPr>
          <p:cNvSpPr>
            <a:spLocks noGrp="1"/>
          </p:cNvSpPr>
          <p:nvPr/>
        </p:nvSpPr>
        <p:spPr>
          <a:xfrm>
            <a:off x="2258651" y="2946350"/>
            <a:ext cx="530185" cy="25653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sz="1300">
                <a:solidFill>
                  <a:srgbClr val="8C847C"/>
                </a:solidFill>
                <a:latin typeface="IBM Plex Sans KR"/>
                <a:ea typeface="IBM Plex Sans KR"/>
                <a:cs typeface="IBM Plex Sans KR"/>
              </a:rPr>
              <a:t>인터뷰</a:t>
            </a:r>
            <a:endParaRPr sz="130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5E8DFCE9-09B0-42C4-9E35-A332CDA7E135}"/>
              </a:ext>
            </a:extLst>
          </p:cNvPr>
          <p:cNvSpPr>
            <a:spLocks noGrp="1"/>
          </p:cNvSpPr>
          <p:nvPr/>
        </p:nvSpPr>
        <p:spPr>
          <a:xfrm>
            <a:off x="4389120" y="1833860"/>
            <a:ext cx="3419856" cy="1597620"/>
          </a:xfrm>
          <a:prstGeom prst="roundRect">
            <a:avLst>
              <a:gd name="adj" fmla="val 4770"/>
            </a:avLst>
          </a:prstGeom>
          <a:solidFill>
            <a:srgbClr val="EFECE7"/>
          </a:solidFill>
          <a:effectLst>
            <a:outerShdw blurRad="76200" dist="25400" dir="5400000" algn="bl" rotWithShape="0">
              <a:srgbClr val="3E3833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E55E7A83-27D5-4D1E-AA46-1B595CF85BDC}"/>
              </a:ext>
            </a:extLst>
          </p:cNvPr>
          <p:cNvSpPr>
            <a:spLocks noGrp="1"/>
          </p:cNvSpPr>
          <p:nvPr/>
        </p:nvSpPr>
        <p:spPr>
          <a:xfrm>
            <a:off x="5068264" y="2087860"/>
            <a:ext cx="2061567" cy="80769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ctr">
              <a:lnSpc>
                <a:spcPts val="6160"/>
              </a:lnSpc>
              <a:buNone/>
            </a:pPr>
            <a:r>
              <a:rPr sz="4400" b="1">
                <a:solidFill>
                  <a:srgbClr val="3E3833"/>
                </a:solidFill>
                <a:latin typeface="Noto Serif KR"/>
                <a:ea typeface="Noto Serif KR"/>
                <a:cs typeface="Noto Serif KR"/>
              </a:rPr>
              <a:t>10·3·1</a:t>
            </a:r>
            <a:endParaRPr sz="440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61DEBC8E-CE1A-40C6-8DC1-CA1C92F26BAF}"/>
              </a:ext>
            </a:extLst>
          </p:cNvPr>
          <p:cNvSpPr>
            <a:spLocks noGrp="1"/>
          </p:cNvSpPr>
          <p:nvPr/>
        </p:nvSpPr>
        <p:spPr>
          <a:xfrm>
            <a:off x="5410777" y="2946350"/>
            <a:ext cx="1376541" cy="25653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sz="1300">
                <a:solidFill>
                  <a:srgbClr val="8C847C"/>
                </a:solidFill>
                <a:latin typeface="IBM Plex Sans KR"/>
                <a:ea typeface="IBM Plex Sans KR"/>
                <a:cs typeface="IBM Plex Sans KR"/>
              </a:rPr>
              <a:t>친구 · 연인 · 지인</a:t>
            </a:r>
            <a:endParaRPr sz="130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E01E7BD7-B779-4650-B842-192C7C44E041}"/>
              </a:ext>
            </a:extLst>
          </p:cNvPr>
          <p:cNvSpPr>
            <a:spLocks noGrp="1"/>
          </p:cNvSpPr>
          <p:nvPr/>
        </p:nvSpPr>
        <p:spPr>
          <a:xfrm>
            <a:off x="7964424" y="1833860"/>
            <a:ext cx="3419856" cy="1597620"/>
          </a:xfrm>
          <a:prstGeom prst="roundRect">
            <a:avLst>
              <a:gd name="adj" fmla="val 4770"/>
            </a:avLst>
          </a:prstGeom>
          <a:solidFill>
            <a:srgbClr val="57504A"/>
          </a:solidFill>
          <a:effectLst>
            <a:outerShdw blurRad="76200" dist="25400" dir="5400000" algn="bl" rotWithShape="0">
              <a:srgbClr val="3E3833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3D8D331A-F1BD-45FF-B8C0-1983971B5506}"/>
              </a:ext>
            </a:extLst>
          </p:cNvPr>
          <p:cNvSpPr>
            <a:spLocks noGrp="1"/>
          </p:cNvSpPr>
          <p:nvPr/>
        </p:nvSpPr>
        <p:spPr>
          <a:xfrm>
            <a:off x="9473255" y="2087860"/>
            <a:ext cx="402193" cy="80769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ctr">
              <a:lnSpc>
                <a:spcPts val="6160"/>
              </a:lnSpc>
              <a:buNone/>
            </a:pPr>
            <a:r>
              <a:rPr sz="4400" b="1">
                <a:solidFill>
                  <a:srgbClr val="D9B48A"/>
                </a:solidFill>
                <a:latin typeface="Noto Serif KR"/>
                <a:ea typeface="Noto Serif KR"/>
                <a:cs typeface="Noto Serif KR"/>
              </a:rPr>
              <a:t>1</a:t>
            </a:r>
            <a:endParaRPr sz="440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CD9A74AC-D1CA-4BC5-80E4-4090FC689671}"/>
              </a:ext>
            </a:extLst>
          </p:cNvPr>
          <p:cNvSpPr>
            <a:spLocks noGrp="1"/>
          </p:cNvSpPr>
          <p:nvPr/>
        </p:nvSpPr>
        <p:spPr>
          <a:xfrm>
            <a:off x="9120800" y="2946350"/>
            <a:ext cx="1107103" cy="25653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sz="1300">
                <a:solidFill>
                  <a:srgbClr val="D9CFC4"/>
                </a:solidFill>
                <a:latin typeface="IBM Plex Sans KR"/>
                <a:ea typeface="IBM Plex Sans KR"/>
                <a:cs typeface="IBM Plex Sans KR"/>
              </a:rPr>
              <a:t>워크플로 관찰</a:t>
            </a:r>
            <a:endParaRPr sz="130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C4AA718B-5E70-43C6-9087-BBEBC6F718FD}"/>
              </a:ext>
            </a:extLst>
          </p:cNvPr>
          <p:cNvSpPr>
            <a:spLocks noGrp="1"/>
          </p:cNvSpPr>
          <p:nvPr/>
        </p:nvSpPr>
        <p:spPr>
          <a:xfrm>
            <a:off x="812800" y="3685480"/>
            <a:ext cx="5219700" cy="502890"/>
          </a:xfrm>
          <a:prstGeom prst="roundRect">
            <a:avLst>
              <a:gd name="adj" fmla="val 50000"/>
            </a:avLst>
          </a:prstGeom>
          <a:solidFill>
            <a:srgbClr val="EFECE7"/>
          </a:solidFill>
        </p:spPr>
        <p:txBody>
          <a:bodyPr wrap="square" lIns="154954" tIns="53354" rIns="12079" bIns="27954" anchor="t">
            <a:normAutofit/>
          </a:bodyPr>
          <a:lstStyle>
            <a:defPPr algn="l">
              <a:defRPr sz="1400" b="0" i="0">
                <a:solidFill>
                  <a:srgbClr val="9A6F42"/>
                </a:solidFill>
                <a:latin typeface="IBM Plex Sans KR"/>
                <a:ea typeface="IBM Plex Sans KR"/>
                <a:cs typeface="IBM Plex Sans KR"/>
              </a:defRPr>
            </a:defPPr>
          </a:lstStyle>
          <a:p>
            <a:pPr algn="l">
              <a:defRPr sz="1400" b="0" i="0">
                <a:solidFill>
                  <a:srgbClr val="9A6F42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400" b="0" i="0" u="none">
                <a:solidFill>
                  <a:srgbClr val="9A6F42"/>
                </a:solidFill>
                <a:latin typeface="IBM Plex Sans KR"/>
                <a:ea typeface="IBM Plex Sans KR"/>
                <a:cs typeface="IBM Plex Sans KR"/>
              </a:rPr>
              <a:t>최근 여행의 구체적인 장면</a:t>
            </a:r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92F4A227-4B73-4BAF-843F-9ED96720D30B}"/>
              </a:ext>
            </a:extLst>
          </p:cNvPr>
          <p:cNvSpPr>
            <a:spLocks noGrp="1"/>
          </p:cNvSpPr>
          <p:nvPr/>
        </p:nvSpPr>
        <p:spPr>
          <a:xfrm>
            <a:off x="6159500" y="3685480"/>
            <a:ext cx="5219700" cy="502890"/>
          </a:xfrm>
          <a:prstGeom prst="roundRect">
            <a:avLst>
              <a:gd name="adj" fmla="val 50000"/>
            </a:avLst>
          </a:prstGeom>
          <a:solidFill>
            <a:srgbClr val="EFECE7"/>
          </a:solidFill>
        </p:spPr>
        <p:txBody>
          <a:bodyPr wrap="square" lIns="154954" tIns="53354" rIns="12079" bIns="27954" anchor="t">
            <a:normAutofit/>
          </a:bodyPr>
          <a:lstStyle>
            <a:defPPr algn="l">
              <a:defRPr sz="1400" b="0" i="0">
                <a:solidFill>
                  <a:srgbClr val="8C847C"/>
                </a:solidFill>
                <a:latin typeface="IBM Plex Sans KR"/>
                <a:ea typeface="IBM Plex Sans KR"/>
                <a:cs typeface="IBM Plex Sans KR"/>
              </a:defRPr>
            </a:defPPr>
          </a:lstStyle>
          <a:p>
            <a:pPr algn="l">
              <a:defRPr sz="1400" b="0" i="0">
                <a:solidFill>
                  <a:srgbClr val="8C847C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400" b="0" i="0" u="none">
                <a:solidFill>
                  <a:srgbClr val="8C847C"/>
                </a:solidFill>
                <a:latin typeface="IBM Plex Sans KR"/>
                <a:ea typeface="IBM Plex Sans KR"/>
                <a:cs typeface="IBM Plex Sans KR"/>
              </a:rPr>
              <a:t>각자 원한 것과 실제로 한 말</a:t>
            </a:r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75D25B53-98BD-4BFA-8E28-2185B0D5BC30}"/>
              </a:ext>
            </a:extLst>
          </p:cNvPr>
          <p:cNvSpPr>
            <a:spLocks noGrp="1"/>
          </p:cNvSpPr>
          <p:nvPr/>
        </p:nvSpPr>
        <p:spPr>
          <a:xfrm>
            <a:off x="812800" y="4315371"/>
            <a:ext cx="5219700" cy="502890"/>
          </a:xfrm>
          <a:prstGeom prst="roundRect">
            <a:avLst>
              <a:gd name="adj" fmla="val 50000"/>
            </a:avLst>
          </a:prstGeom>
          <a:solidFill>
            <a:srgbClr val="EFECE7"/>
          </a:solidFill>
        </p:spPr>
        <p:txBody>
          <a:bodyPr wrap="square" lIns="154954" tIns="53354" rIns="12079" bIns="27954" anchor="t">
            <a:normAutofit/>
          </a:bodyPr>
          <a:lstStyle>
            <a:defPPr algn="l">
              <a:defRPr sz="1400" b="0" i="0">
                <a:solidFill>
                  <a:srgbClr val="9A6F42"/>
                </a:solidFill>
                <a:latin typeface="IBM Plex Sans KR"/>
                <a:ea typeface="IBM Plex Sans KR"/>
                <a:cs typeface="IBM Plex Sans KR"/>
              </a:defRPr>
            </a:defPPr>
          </a:lstStyle>
          <a:p>
            <a:pPr algn="l">
              <a:defRPr sz="1400" b="0" i="0">
                <a:solidFill>
                  <a:srgbClr val="9A6F42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400" b="0" i="0" u="none">
                <a:solidFill>
                  <a:srgbClr val="9A6F42"/>
                </a:solidFill>
                <a:latin typeface="IBM Plex Sans KR"/>
                <a:ea typeface="IBM Plex Sans KR"/>
                <a:cs typeface="IBM Plex Sans KR"/>
              </a:rPr>
              <a:t>의견을 맞춘 방법과 최종 행동</a:t>
            </a:r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534208BF-351B-4FCC-8EB1-0FAB8969D182}"/>
              </a:ext>
            </a:extLst>
          </p:cNvPr>
          <p:cNvSpPr>
            <a:spLocks noGrp="1"/>
          </p:cNvSpPr>
          <p:nvPr/>
        </p:nvSpPr>
        <p:spPr>
          <a:xfrm>
            <a:off x="6159500" y="4315371"/>
            <a:ext cx="5219700" cy="502890"/>
          </a:xfrm>
          <a:prstGeom prst="roundRect">
            <a:avLst>
              <a:gd name="adj" fmla="val 50000"/>
            </a:avLst>
          </a:prstGeom>
          <a:solidFill>
            <a:srgbClr val="EFECE7"/>
          </a:solidFill>
        </p:spPr>
        <p:txBody>
          <a:bodyPr wrap="square" lIns="154954" tIns="53354" rIns="12079" bIns="27954" anchor="t">
            <a:normAutofit/>
          </a:bodyPr>
          <a:lstStyle>
            <a:defPPr algn="l">
              <a:defRPr sz="1400" b="0" i="0">
                <a:solidFill>
                  <a:srgbClr val="8C847C"/>
                </a:solidFill>
                <a:latin typeface="IBM Plex Sans KR"/>
                <a:ea typeface="IBM Plex Sans KR"/>
                <a:cs typeface="IBM Plex Sans KR"/>
              </a:defRPr>
            </a:defPPr>
          </a:lstStyle>
          <a:p>
            <a:pPr algn="l">
              <a:defRPr sz="1400" b="0" i="0">
                <a:solidFill>
                  <a:srgbClr val="8C847C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400" b="0" i="0" u="none">
                <a:solidFill>
                  <a:srgbClr val="8C847C"/>
                </a:solidFill>
                <a:latin typeface="IBM Plex Sans KR"/>
                <a:ea typeface="IBM Plex Sans KR"/>
                <a:cs typeface="IBM Plex Sans KR"/>
              </a:rPr>
              <a:t>결과에 대한 본인의 평가</a:t>
            </a:r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100F04B1-48FB-4C06-A1AE-98CBC077D7AD}"/>
              </a:ext>
            </a:extLst>
          </p:cNvPr>
          <p:cNvSpPr>
            <a:spLocks noGrp="1"/>
          </p:cNvSpPr>
          <p:nvPr/>
        </p:nvSpPr>
        <p:spPr>
          <a:xfrm>
            <a:off x="654304" y="5072261"/>
            <a:ext cx="10883392" cy="34543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defPPr algn="ctr">
              <a:defRPr sz="1800" b="1" i="0">
                <a:solidFill>
                  <a:srgbClr val="57504A"/>
                </a:solidFill>
                <a:latin typeface="Noto Serif KR"/>
                <a:ea typeface="Noto Serif KR"/>
                <a:cs typeface="Noto Serif KR"/>
              </a:defRPr>
            </a:defPPr>
          </a:lstStyle>
          <a:p>
            <a:pPr algn="ctr">
              <a:defRPr sz="1800" b="1" i="0">
                <a:solidFill>
                  <a:srgbClr val="57504A"/>
                </a:solidFill>
                <a:latin typeface="Noto Serif KR"/>
                <a:ea typeface="Noto Serif KR"/>
                <a:cs typeface="Noto Serif KR"/>
              </a:defRPr>
            </a:pPr>
            <a:r>
              <a:rPr sz="1800" b="1" i="0" u="none">
                <a:solidFill>
                  <a:srgbClr val="57504A"/>
                </a:solidFill>
                <a:latin typeface="Noto Serif KR"/>
                <a:ea typeface="Noto Serif KR"/>
                <a:cs typeface="Noto Serif KR"/>
              </a:rPr>
              <a:t>“갈등 있었어?”  →  “뭐 하나 정하는 데 제일 오래 걸린 게 뭐였어?”</a:t>
            </a:r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245DB1A5-53C5-4075-B243-5D32E2F91593}"/>
              </a:ext>
            </a:extLst>
          </p:cNvPr>
          <p:cNvSpPr>
            <a:spLocks noGrp="1"/>
          </p:cNvSpPr>
          <p:nvPr/>
        </p:nvSpPr>
        <p:spPr>
          <a:xfrm>
            <a:off x="812768" y="6238304"/>
            <a:ext cx="9048750" cy="238697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defPPr algn="l">
              <a:defRPr sz="1125" b="0" i="0">
                <a:solidFill>
                  <a:srgbClr val="A39B92"/>
                </a:solidFill>
                <a:latin typeface="IBM Plex Sans KR"/>
                <a:ea typeface="IBM Plex Sans KR"/>
                <a:cs typeface="IBM Plex Sans KR"/>
              </a:defRPr>
            </a:defPPr>
          </a:lstStyle>
          <a:p>
            <a:pPr algn="l">
              <a:defRPr sz="1125" b="0" i="0">
                <a:solidFill>
                  <a:srgbClr val="A39B92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125" b="0" i="0" u="none">
                <a:solidFill>
                  <a:srgbClr val="A39B92"/>
                </a:solidFill>
                <a:latin typeface="IBM Plex Sans KR"/>
                <a:ea typeface="IBM Plex Sans KR"/>
                <a:cs typeface="IBM Plex Sans KR"/>
              </a:rPr>
              <a:t>TEAM ItBM</a:t>
            </a:r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000D1297-09C0-46C0-AF55-AFA1A59C1965}"/>
              </a:ext>
            </a:extLst>
          </p:cNvPr>
          <p:cNvSpPr>
            <a:spLocks noGrp="1"/>
          </p:cNvSpPr>
          <p:nvPr/>
        </p:nvSpPr>
        <p:spPr>
          <a:xfrm>
            <a:off x="9417050" y="6238280"/>
            <a:ext cx="1962150" cy="2387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defPPr algn="r">
              <a:defRPr sz="1200" b="0" i="0">
                <a:solidFill>
                  <a:srgbClr val="A39B92"/>
                </a:solidFill>
                <a:latin typeface="IBM Plex Sans KR"/>
                <a:ea typeface="IBM Plex Sans KR"/>
                <a:cs typeface="IBM Plex Sans KR"/>
              </a:defRPr>
            </a:defPPr>
          </a:lstStyle>
          <a:p>
            <a:pPr algn="r">
              <a:defRPr sz="1200" b="0" i="0">
                <a:solidFill>
                  <a:srgbClr val="A39B92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200" b="0" i="0" u="none">
                <a:solidFill>
                  <a:srgbClr val="A39B92"/>
                </a:solidFill>
                <a:latin typeface="IBM Plex Sans KR"/>
                <a:ea typeface="IBM Plex Sans KR"/>
                <a:cs typeface="IBM Plex Sans KR"/>
              </a:rPr>
              <a:t>03 / 11</a:t>
            </a:r>
          </a:p>
        </p:txBody>
      </p:sp>
    </p:spTree>
    <p:extLst>
      <p:ext uri="{BB962C8B-B14F-4D97-AF65-F5344CB8AC3E}">
        <p14:creationId xmlns:p14="http://schemas.microsoft.com/office/powerpoint/2010/main" val="12789035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3FE778F4-4788-46B5-A1B0-25EA6006DA20}"/>
              </a:ext>
            </a:extLst>
          </p:cNvPr>
          <p:cNvSpPr>
            <a:spLocks noGrp="1"/>
          </p:cNvSpPr>
          <p:nvPr/>
        </p:nvSpPr>
        <p:spPr>
          <a:xfrm>
            <a:off x="812800" y="812800"/>
            <a:ext cx="457200" cy="25400"/>
          </a:xfrm>
          <a:prstGeom prst="rect">
            <a:avLst/>
          </a:prstGeom>
          <a:solidFill>
            <a:srgbClr val="B8895A"/>
          </a:solidFill>
        </p:spPr>
        <p:txBody>
          <a:bodyPr/>
          <a:lstStyle/>
          <a:p>
            <a:endParaRPr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EAD3775A-6A31-4A83-BBBB-F8F9C08D94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00" y="1091793"/>
            <a:ext cx="10883392" cy="51306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91482"/>
          </a:bodyPr>
          <a:lstStyle>
            <a:defPPr algn="l">
              <a:defRPr sz="3200" b="1" i="0">
                <a:solidFill>
                  <a:srgbClr val="3E3833"/>
                </a:solidFill>
                <a:latin typeface="Noto Serif KR"/>
                <a:ea typeface="Noto Serif KR"/>
                <a:cs typeface="Noto Serif KR"/>
              </a:defRPr>
            </a:defPPr>
          </a:lstStyle>
          <a:p>
            <a:pPr algn="l">
              <a:defRPr sz="3200" b="1" i="0">
                <a:solidFill>
                  <a:srgbClr val="3E3833"/>
                </a:solidFill>
                <a:latin typeface="Noto Serif KR"/>
                <a:ea typeface="Noto Serif KR"/>
                <a:cs typeface="Noto Serif KR"/>
              </a:defRPr>
            </a:pPr>
            <a:r>
              <a:rPr sz="3200" b="1" i="0" u="none">
                <a:solidFill>
                  <a:srgbClr val="3E3833"/>
                </a:solidFill>
                <a:latin typeface="Noto Serif KR"/>
                <a:ea typeface="Noto Serif KR"/>
                <a:cs typeface="Noto Serif KR"/>
              </a:rPr>
              <a:t>인터뷰 사례</a:t>
            </a: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D2B0EB57-B829-4EC4-84B0-C4A961CCF00D}"/>
              </a:ext>
            </a:extLst>
          </p:cNvPr>
          <p:cNvSpPr>
            <a:spLocks noGrp="1"/>
          </p:cNvSpPr>
          <p:nvPr/>
        </p:nvSpPr>
        <p:spPr>
          <a:xfrm>
            <a:off x="812800" y="1930273"/>
            <a:ext cx="3403600" cy="2395276"/>
          </a:xfrm>
          <a:prstGeom prst="roundRect">
            <a:avLst>
              <a:gd name="adj" fmla="val 3881"/>
            </a:avLst>
          </a:prstGeom>
          <a:solidFill>
            <a:srgbClr val="EFECE7"/>
          </a:solidFill>
          <a:effectLst>
            <a:outerShdw blurRad="76200" dist="25400" dir="5400000" algn="bl" rotWithShape="0">
              <a:srgbClr val="3E3833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BD758C80-A06C-4EA3-8F96-0DC466879D4B}"/>
              </a:ext>
            </a:extLst>
          </p:cNvPr>
          <p:cNvSpPr>
            <a:spLocks noGrp="1"/>
          </p:cNvSpPr>
          <p:nvPr/>
        </p:nvSpPr>
        <p:spPr>
          <a:xfrm>
            <a:off x="812800" y="1930273"/>
            <a:ext cx="3403600" cy="1963340"/>
          </a:xfrm>
          <a:custGeom>
            <a:avLst/>
            <a:gdLst/>
            <a:ahLst/>
            <a:cxnLst/>
            <a:rect l="l" t="t" r="r" b="b"/>
            <a:pathLst>
              <a:path w="3403600" h="1963341">
                <a:moveTo>
                  <a:pt x="0" y="76200"/>
                </a:moveTo>
                <a:lnTo>
                  <a:pt x="0" y="76200"/>
                </a:lnTo>
                <a:arcTo wR="76200" hR="76200" stAng="10800000" swAng="5400000"/>
                <a:lnTo>
                  <a:pt x="3327400" y="0"/>
                </a:lnTo>
                <a:arcTo wR="76200" hR="76200" stAng="16200000" swAng="5400000"/>
                <a:lnTo>
                  <a:pt x="3403600" y="76200"/>
                </a:lnTo>
                <a:arcTo wR="76200" hR="38100" stAng="0" swAng="-5400000"/>
                <a:lnTo>
                  <a:pt x="76200" y="38100"/>
                </a:lnTo>
                <a:arcTo wR="76200" hR="38100" stAng="16200000" swAng="-5400000"/>
                <a:close/>
              </a:path>
            </a:pathLst>
          </a:custGeom>
          <a:solidFill>
            <a:srgbClr val="B8895A"/>
          </a:solidFill>
        </p:spPr>
        <p:txBody>
          <a:bodyPr/>
          <a:lstStyle/>
          <a:p>
            <a:endParaRPr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DCEEF8D4-6F92-4E7C-8973-8873981720A8}"/>
              </a:ext>
            </a:extLst>
          </p:cNvPr>
          <p:cNvSpPr>
            <a:spLocks noGrp="1"/>
          </p:cNvSpPr>
          <p:nvPr/>
        </p:nvSpPr>
        <p:spPr>
          <a:xfrm>
            <a:off x="1041400" y="2255648"/>
            <a:ext cx="3034792" cy="2387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defPPr algn="l">
              <a:defRPr sz="1200" b="1" i="0">
                <a:solidFill>
                  <a:srgbClr val="9A6F42"/>
                </a:solidFill>
                <a:latin typeface="IBM Plex Sans KR"/>
                <a:ea typeface="IBM Plex Sans KR"/>
                <a:cs typeface="IBM Plex Sans KR"/>
              </a:defRPr>
            </a:defPPr>
          </a:lstStyle>
          <a:p>
            <a:pPr algn="l">
              <a:defRPr sz="1200" b="1" i="0">
                <a:solidFill>
                  <a:srgbClr val="9A6F42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200" b="1" i="0" u="none">
                <a:solidFill>
                  <a:srgbClr val="9A6F42"/>
                </a:solidFill>
                <a:latin typeface="IBM Plex Sans KR"/>
                <a:ea typeface="IBM Plex Sans KR"/>
                <a:cs typeface="IBM Plex Sans KR"/>
              </a:rPr>
              <a:t>귀가 요청을 주저한 사례</a:t>
            </a: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0A877A78-4C38-4F3B-A3E0-66C997ED7CD8}"/>
              </a:ext>
            </a:extLst>
          </p:cNvPr>
          <p:cNvSpPr>
            <a:spLocks noGrp="1"/>
          </p:cNvSpPr>
          <p:nvPr/>
        </p:nvSpPr>
        <p:spPr>
          <a:xfrm>
            <a:off x="1041400" y="2624356"/>
            <a:ext cx="3034792" cy="330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defPPr algn="l">
              <a:defRPr sz="1800" b="1" i="0">
                <a:solidFill>
                  <a:srgbClr val="3E3833"/>
                </a:solidFill>
                <a:latin typeface="Noto Serif KR"/>
                <a:ea typeface="Noto Serif KR"/>
                <a:cs typeface="Noto Serif KR"/>
              </a:defRPr>
            </a:defPPr>
          </a:lstStyle>
          <a:p>
            <a:pPr algn="l">
              <a:defRPr sz="1800" b="1" i="0">
                <a:solidFill>
                  <a:srgbClr val="3E3833"/>
                </a:solidFill>
                <a:latin typeface="Noto Serif KR"/>
                <a:ea typeface="Noto Serif KR"/>
                <a:cs typeface="Noto Serif KR"/>
              </a:defRPr>
            </a:pPr>
            <a:r>
              <a:rPr sz="1800" b="1" i="0" u="none">
                <a:solidFill>
                  <a:srgbClr val="3E3833"/>
                </a:solidFill>
                <a:latin typeface="Noto Serif KR"/>
                <a:ea typeface="Noto Serif KR"/>
                <a:cs typeface="Noto Serif KR"/>
              </a:rPr>
              <a:t>처음에는 말하지 못함</a:t>
            </a: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F12571D8-3506-473E-AE9C-62AD4BC13EC9}"/>
              </a:ext>
            </a:extLst>
          </p:cNvPr>
          <p:cNvSpPr>
            <a:spLocks noGrp="1"/>
          </p:cNvSpPr>
          <p:nvPr/>
        </p:nvSpPr>
        <p:spPr>
          <a:xfrm>
            <a:off x="1041368" y="3104666"/>
            <a:ext cx="3034760" cy="59055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defPPr algn="l">
              <a:defRPr sz="1350" b="0" i="0">
                <a:solidFill>
                  <a:srgbClr val="5E5750"/>
                </a:solidFill>
                <a:latin typeface="IBM Plex Sans KR"/>
                <a:ea typeface="IBM Plex Sans KR"/>
                <a:cs typeface="IBM Plex Sans KR"/>
              </a:defRPr>
            </a:defPPr>
          </a:lstStyle>
          <a:p>
            <a:pPr algn="l">
              <a:defRPr sz="1350" b="0" i="0">
                <a:solidFill>
                  <a:srgbClr val="5E5750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350" b="0" i="0" u="none">
                <a:solidFill>
                  <a:srgbClr val="5E5750"/>
                </a:solidFill>
                <a:latin typeface="IBM Plex Sans KR"/>
                <a:ea typeface="IBM Plex Sans KR"/>
                <a:cs typeface="IBM Plex Sans KR"/>
              </a:rPr>
              <a:t>“말 못함 짜왔으니까..”</a:t>
            </a:r>
          </a:p>
          <a:p>
            <a:pPr algn="l">
              <a:defRPr sz="1350" b="0" i="0">
                <a:solidFill>
                  <a:srgbClr val="5E5750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350" b="0" i="0" u="none">
                <a:solidFill>
                  <a:srgbClr val="5E5750"/>
                </a:solidFill>
                <a:latin typeface="IBM Plex Sans KR"/>
                <a:ea typeface="IBM Plex Sans KR"/>
                <a:cs typeface="IBM Plex Sans KR"/>
              </a:rPr>
              <a:t>귀가를 제안했고 친구도 받아들였다</a:t>
            </a: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9403E3FB-7F21-49CC-AC37-4919F2AF9B59}"/>
              </a:ext>
            </a:extLst>
          </p:cNvPr>
          <p:cNvSpPr>
            <a:spLocks noGrp="1"/>
          </p:cNvSpPr>
          <p:nvPr/>
        </p:nvSpPr>
        <p:spPr>
          <a:xfrm>
            <a:off x="1041400" y="3817394"/>
            <a:ext cx="3034792" cy="2387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sz="1200">
                <a:solidFill>
                  <a:srgbClr val="A39B92"/>
                </a:solidFill>
                <a:latin typeface="IBM Plex Sans KR"/>
                <a:ea typeface="IBM Plex Sans KR"/>
                <a:cs typeface="IBM Plex Sans KR"/>
              </a:rPr>
              <a:t>로그 1</a:t>
            </a:r>
            <a:endParaRPr sz="120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925C0547-1614-4BF5-AA08-094A20878D81}"/>
              </a:ext>
            </a:extLst>
          </p:cNvPr>
          <p:cNvSpPr>
            <a:spLocks noGrp="1"/>
          </p:cNvSpPr>
          <p:nvPr/>
        </p:nvSpPr>
        <p:spPr>
          <a:xfrm>
            <a:off x="4394200" y="1930273"/>
            <a:ext cx="3403600" cy="2395276"/>
          </a:xfrm>
          <a:prstGeom prst="roundRect">
            <a:avLst>
              <a:gd name="adj" fmla="val 3881"/>
            </a:avLst>
          </a:prstGeom>
          <a:solidFill>
            <a:srgbClr val="EFECE7"/>
          </a:solidFill>
          <a:effectLst>
            <a:outerShdw blurRad="76200" dist="25400" dir="5400000" algn="bl" rotWithShape="0">
              <a:srgbClr val="3E3833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D1ADCA71-26FC-4A54-943C-5E9FE33D3C9E}"/>
              </a:ext>
            </a:extLst>
          </p:cNvPr>
          <p:cNvSpPr>
            <a:spLocks noGrp="1"/>
          </p:cNvSpPr>
          <p:nvPr/>
        </p:nvSpPr>
        <p:spPr>
          <a:xfrm>
            <a:off x="4394200" y="1930273"/>
            <a:ext cx="3403600" cy="1963340"/>
          </a:xfrm>
          <a:custGeom>
            <a:avLst/>
            <a:gdLst/>
            <a:ahLst/>
            <a:cxnLst/>
            <a:rect l="l" t="t" r="r" b="b"/>
            <a:pathLst>
              <a:path w="3403600" h="1963341">
                <a:moveTo>
                  <a:pt x="0" y="76200"/>
                </a:moveTo>
                <a:lnTo>
                  <a:pt x="0" y="76200"/>
                </a:lnTo>
                <a:arcTo wR="76200" hR="76200" stAng="10800000" swAng="5400000"/>
                <a:lnTo>
                  <a:pt x="3327400" y="0"/>
                </a:lnTo>
                <a:arcTo wR="76200" hR="76200" stAng="16200000" swAng="5400000"/>
                <a:lnTo>
                  <a:pt x="3403600" y="76200"/>
                </a:lnTo>
                <a:arcTo wR="76200" hR="38100" stAng="0" swAng="-5400000"/>
                <a:lnTo>
                  <a:pt x="76200" y="38100"/>
                </a:lnTo>
                <a:arcTo wR="76200" hR="38100" stAng="16200000" swAng="-5400000"/>
                <a:close/>
              </a:path>
            </a:pathLst>
          </a:custGeom>
          <a:solidFill>
            <a:srgbClr val="B8895A"/>
          </a:solidFill>
        </p:spPr>
        <p:txBody>
          <a:bodyPr/>
          <a:lstStyle/>
          <a:p>
            <a:endParaRPr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CB475CC5-B749-4810-9609-52CC8204E7F9}"/>
              </a:ext>
            </a:extLst>
          </p:cNvPr>
          <p:cNvSpPr>
            <a:spLocks noGrp="1"/>
          </p:cNvSpPr>
          <p:nvPr/>
        </p:nvSpPr>
        <p:spPr>
          <a:xfrm>
            <a:off x="4622800" y="2255648"/>
            <a:ext cx="3034792" cy="2387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defPPr algn="l">
              <a:defRPr sz="1200" b="1" i="0">
                <a:solidFill>
                  <a:srgbClr val="9A6F42"/>
                </a:solidFill>
                <a:latin typeface="IBM Plex Sans KR"/>
                <a:ea typeface="IBM Plex Sans KR"/>
                <a:cs typeface="IBM Plex Sans KR"/>
              </a:defRPr>
            </a:defPPr>
          </a:lstStyle>
          <a:p>
            <a:pPr algn="l">
              <a:defRPr sz="1200" b="1" i="0">
                <a:solidFill>
                  <a:srgbClr val="9A6F42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200" b="1" i="0" u="none">
                <a:solidFill>
                  <a:srgbClr val="9A6F42"/>
                </a:solidFill>
                <a:latin typeface="IBM Plex Sans KR"/>
                <a:ea typeface="IBM Plex Sans KR"/>
                <a:cs typeface="IBM Plex Sans KR"/>
              </a:rPr>
              <a:t>기존 대화로 조율한 사례</a:t>
            </a:r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57EC5E41-3BC1-48A2-ACAA-E3D9789A0DF1}"/>
              </a:ext>
            </a:extLst>
          </p:cNvPr>
          <p:cNvSpPr>
            <a:spLocks noGrp="1"/>
          </p:cNvSpPr>
          <p:nvPr/>
        </p:nvSpPr>
        <p:spPr>
          <a:xfrm>
            <a:off x="4622800" y="2624356"/>
            <a:ext cx="3034792" cy="330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defPPr algn="l">
              <a:defRPr sz="1800" b="1" i="0">
                <a:solidFill>
                  <a:srgbClr val="3E3833"/>
                </a:solidFill>
                <a:latin typeface="Noto Serif KR"/>
                <a:ea typeface="Noto Serif KR"/>
                <a:cs typeface="Noto Serif KR"/>
              </a:defRPr>
            </a:defPPr>
          </a:lstStyle>
          <a:p>
            <a:pPr algn="l">
              <a:defRPr sz="1800" b="1" i="0">
                <a:solidFill>
                  <a:srgbClr val="3E3833"/>
                </a:solidFill>
                <a:latin typeface="Noto Serif KR"/>
                <a:ea typeface="Noto Serif KR"/>
                <a:cs typeface="Noto Serif KR"/>
              </a:defRPr>
            </a:pPr>
            <a:r>
              <a:rPr sz="1800" b="1" i="0" u="none">
                <a:solidFill>
                  <a:srgbClr val="3E3833"/>
                </a:solidFill>
                <a:latin typeface="Noto Serif KR"/>
                <a:ea typeface="Noto Serif KR"/>
                <a:cs typeface="Noto Serif KR"/>
              </a:rPr>
              <a:t>시간을 나누거나 따로 행동</a:t>
            </a:r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08D6441F-AFD2-491E-8527-FE97296A9968}"/>
              </a:ext>
            </a:extLst>
          </p:cNvPr>
          <p:cNvSpPr>
            <a:spLocks noGrp="1"/>
          </p:cNvSpPr>
          <p:nvPr/>
        </p:nvSpPr>
        <p:spPr>
          <a:xfrm>
            <a:off x="4622768" y="3104666"/>
            <a:ext cx="3034760" cy="59055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defPPr algn="l">
              <a:defRPr sz="1350" b="0" i="0">
                <a:solidFill>
                  <a:srgbClr val="5E5750"/>
                </a:solidFill>
                <a:latin typeface="IBM Plex Sans KR"/>
                <a:ea typeface="IBM Plex Sans KR"/>
                <a:cs typeface="IBM Plex Sans KR"/>
              </a:defRPr>
            </a:defPPr>
          </a:lstStyle>
          <a:p>
            <a:pPr algn="l">
              <a:defRPr sz="1350" b="0" i="0">
                <a:solidFill>
                  <a:srgbClr val="5E5750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350" b="0" i="0" u="none">
                <a:solidFill>
                  <a:srgbClr val="5E5750"/>
                </a:solidFill>
                <a:latin typeface="IBM Plex Sans KR"/>
                <a:ea typeface="IBM Plex Sans KR"/>
                <a:cs typeface="IBM Plex Sans KR"/>
              </a:rPr>
              <a:t>쇼핑은 “딱 20분만” 하고 바다로</a:t>
            </a:r>
          </a:p>
          <a:p>
            <a:pPr algn="l">
              <a:defRPr sz="1350" b="0" i="0">
                <a:solidFill>
                  <a:srgbClr val="5E5750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350" b="0" i="0" u="none">
                <a:solidFill>
                  <a:srgbClr val="5E5750"/>
                </a:solidFill>
                <a:latin typeface="IBM Plex Sans KR"/>
                <a:ea typeface="IBM Plex Sans KR"/>
                <a:cs typeface="IBM Plex Sans KR"/>
              </a:rPr>
              <a:t>메뉴가 다르면 따로 먹고 다시 만났다</a:t>
            </a:r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A2341C8F-311C-4F95-BA38-1AFD1488E2A5}"/>
              </a:ext>
            </a:extLst>
          </p:cNvPr>
          <p:cNvSpPr>
            <a:spLocks noGrp="1"/>
          </p:cNvSpPr>
          <p:nvPr/>
        </p:nvSpPr>
        <p:spPr>
          <a:xfrm>
            <a:off x="4622800" y="3817394"/>
            <a:ext cx="3034792" cy="2387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sz="1200">
                <a:solidFill>
                  <a:srgbClr val="A39B92"/>
                </a:solidFill>
                <a:latin typeface="IBM Plex Sans KR"/>
                <a:ea typeface="IBM Plex Sans KR"/>
                <a:cs typeface="IBM Plex Sans KR"/>
              </a:rPr>
              <a:t>로그 2 · 4 · 12</a:t>
            </a:r>
            <a:endParaRPr sz="1200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1E5F04D5-FB7C-480F-A734-08DF6DD09A3A}"/>
              </a:ext>
            </a:extLst>
          </p:cNvPr>
          <p:cNvSpPr>
            <a:spLocks noGrp="1"/>
          </p:cNvSpPr>
          <p:nvPr/>
        </p:nvSpPr>
        <p:spPr>
          <a:xfrm>
            <a:off x="7975600" y="1930273"/>
            <a:ext cx="3403600" cy="2395276"/>
          </a:xfrm>
          <a:prstGeom prst="roundRect">
            <a:avLst>
              <a:gd name="adj" fmla="val 3881"/>
            </a:avLst>
          </a:prstGeom>
          <a:solidFill>
            <a:srgbClr val="57504A"/>
          </a:solidFill>
          <a:effectLst>
            <a:outerShdw blurRad="76200" dist="25400" dir="5400000" algn="bl" rotWithShape="0">
              <a:srgbClr val="3E3833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B141137F-93B3-40DC-822B-88F5D8DC720C}"/>
              </a:ext>
            </a:extLst>
          </p:cNvPr>
          <p:cNvSpPr>
            <a:spLocks noGrp="1"/>
          </p:cNvSpPr>
          <p:nvPr/>
        </p:nvSpPr>
        <p:spPr>
          <a:xfrm>
            <a:off x="7975600" y="1930273"/>
            <a:ext cx="3403600" cy="1963340"/>
          </a:xfrm>
          <a:custGeom>
            <a:avLst/>
            <a:gdLst/>
            <a:ahLst/>
            <a:cxnLst/>
            <a:rect l="l" t="t" r="r" b="b"/>
            <a:pathLst>
              <a:path w="3403600" h="1963341">
                <a:moveTo>
                  <a:pt x="0" y="76200"/>
                </a:moveTo>
                <a:lnTo>
                  <a:pt x="0" y="76200"/>
                </a:lnTo>
                <a:arcTo wR="76200" hR="76200" stAng="10800000" swAng="5400000"/>
                <a:lnTo>
                  <a:pt x="3327400" y="0"/>
                </a:lnTo>
                <a:arcTo wR="76200" hR="76200" stAng="16200000" swAng="5400000"/>
                <a:lnTo>
                  <a:pt x="3403600" y="76200"/>
                </a:lnTo>
                <a:arcTo wR="76200" hR="38100" stAng="0" swAng="-5400000"/>
                <a:lnTo>
                  <a:pt x="76200" y="38100"/>
                </a:lnTo>
                <a:arcTo wR="76200" hR="38100" stAng="16200000" swAng="-5400000"/>
                <a:close/>
              </a:path>
            </a:pathLst>
          </a:custGeom>
          <a:solidFill>
            <a:srgbClr val="D9B48A"/>
          </a:solidFill>
        </p:spPr>
        <p:txBody>
          <a:bodyPr/>
          <a:lstStyle/>
          <a:p>
            <a:endParaRPr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C261A85A-4B5B-4B6F-9255-A236117C68BD}"/>
              </a:ext>
            </a:extLst>
          </p:cNvPr>
          <p:cNvSpPr>
            <a:spLocks noGrp="1"/>
          </p:cNvSpPr>
          <p:nvPr/>
        </p:nvSpPr>
        <p:spPr>
          <a:xfrm>
            <a:off x="8204200" y="2255648"/>
            <a:ext cx="3034792" cy="2387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defPPr algn="l">
              <a:defRPr sz="1200" b="1" i="0">
                <a:solidFill>
                  <a:srgbClr val="D9B48A"/>
                </a:solidFill>
                <a:latin typeface="IBM Plex Sans KR"/>
                <a:ea typeface="IBM Plex Sans KR"/>
                <a:cs typeface="IBM Plex Sans KR"/>
              </a:defRPr>
            </a:defPPr>
          </a:lstStyle>
          <a:p>
            <a:pPr algn="l">
              <a:defRPr sz="1200" b="1" i="0">
                <a:solidFill>
                  <a:srgbClr val="D9B48A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200" b="1" i="0" u="none">
                <a:solidFill>
                  <a:srgbClr val="D9B48A"/>
                </a:solidFill>
                <a:latin typeface="IBM Plex Sans KR"/>
                <a:ea typeface="IBM Plex Sans KR"/>
                <a:cs typeface="IBM Plex Sans KR"/>
              </a:rPr>
              <a:t>아쉬움이 남은 사례</a:t>
            </a:r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D6C50B99-4EEA-4D10-B442-D0F18507FDC3}"/>
              </a:ext>
            </a:extLst>
          </p:cNvPr>
          <p:cNvSpPr>
            <a:spLocks noGrp="1"/>
          </p:cNvSpPr>
          <p:nvPr/>
        </p:nvSpPr>
        <p:spPr>
          <a:xfrm>
            <a:off x="8204200" y="2624356"/>
            <a:ext cx="3034792" cy="330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defPPr algn="l">
              <a:defRPr sz="1800" b="1" i="0">
                <a:solidFill>
                  <a:srgbClr val="F7F5F1"/>
                </a:solidFill>
                <a:latin typeface="Noto Serif KR"/>
                <a:ea typeface="Noto Serif KR"/>
                <a:cs typeface="Noto Serif KR"/>
              </a:defRPr>
            </a:defPPr>
          </a:lstStyle>
          <a:p>
            <a:pPr algn="l">
              <a:defRPr sz="1800" b="1" i="0">
                <a:solidFill>
                  <a:srgbClr val="F7F5F1"/>
                </a:solidFill>
                <a:latin typeface="Noto Serif KR"/>
                <a:ea typeface="Noto Serif KR"/>
                <a:cs typeface="Noto Serif KR"/>
              </a:defRPr>
            </a:pPr>
            <a:r>
              <a:rPr sz="1800" b="1" i="0" u="none">
                <a:solidFill>
                  <a:srgbClr val="F7F5F1"/>
                </a:solidFill>
                <a:latin typeface="Noto Serif KR"/>
                <a:ea typeface="Noto Serif KR"/>
                <a:cs typeface="Noto Serif KR"/>
              </a:rPr>
              <a:t>그 뒤로 계획을 말하지 않음</a:t>
            </a:r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7EC22B41-3BC8-4EF7-B3BE-265E2E435B9B}"/>
              </a:ext>
            </a:extLst>
          </p:cNvPr>
          <p:cNvSpPr>
            <a:spLocks noGrp="1"/>
          </p:cNvSpPr>
          <p:nvPr/>
        </p:nvSpPr>
        <p:spPr>
          <a:xfrm>
            <a:off x="8204168" y="3191470"/>
            <a:ext cx="3034760" cy="59055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defPPr algn="l">
              <a:defRPr sz="1350" b="0" i="0">
                <a:solidFill>
                  <a:srgbClr val="D9CFC4"/>
                </a:solidFill>
                <a:latin typeface="IBM Plex Sans KR"/>
                <a:ea typeface="IBM Plex Sans KR"/>
                <a:cs typeface="IBM Plex Sans KR"/>
              </a:defRPr>
            </a:defPPr>
          </a:lstStyle>
          <a:p>
            <a:pPr algn="l">
              <a:defRPr sz="1350" b="0" i="0">
                <a:solidFill>
                  <a:srgbClr val="D9CFC4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350" b="0" i="0" u="none">
                <a:solidFill>
                  <a:srgbClr val="D9CFC4"/>
                </a:solidFill>
                <a:latin typeface="IBM Plex Sans KR"/>
                <a:ea typeface="IBM Plex Sans KR"/>
                <a:cs typeface="IBM Plex Sans KR"/>
              </a:rPr>
              <a:t>루지 취소 후 아쉬움을 일부만 말했다</a:t>
            </a:r>
          </a:p>
          <a:p>
            <a:pPr algn="l">
              <a:defRPr sz="1350" b="0" i="0">
                <a:solidFill>
                  <a:srgbClr val="D9CFC4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350" b="0" i="0" u="none">
                <a:solidFill>
                  <a:srgbClr val="D9CFC4"/>
                </a:solidFill>
                <a:latin typeface="IBM Plex Sans KR"/>
                <a:ea typeface="IBM Plex Sans KR"/>
                <a:cs typeface="IBM Plex Sans KR"/>
              </a:rPr>
              <a:t>긴 여행을 함께 갈 마음도 줄었다</a:t>
            </a:r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5440207D-9B89-4883-BCFF-D72A9C5CECDF}"/>
              </a:ext>
            </a:extLst>
          </p:cNvPr>
          <p:cNvSpPr>
            <a:spLocks noGrp="1"/>
          </p:cNvSpPr>
          <p:nvPr/>
        </p:nvSpPr>
        <p:spPr>
          <a:xfrm>
            <a:off x="8204200" y="3817394"/>
            <a:ext cx="3034792" cy="2387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sz="1200">
                <a:solidFill>
                  <a:srgbClr val="B5ABA0"/>
                </a:solidFill>
                <a:latin typeface="IBM Plex Sans KR"/>
                <a:ea typeface="IBM Plex Sans KR"/>
                <a:cs typeface="IBM Plex Sans KR"/>
              </a:rPr>
              <a:t>로그 9</a:t>
            </a:r>
            <a:endParaRPr sz="1200"/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9BDAE212-4528-4D16-9AFE-FA6C8B345A5F}"/>
              </a:ext>
            </a:extLst>
          </p:cNvPr>
          <p:cNvSpPr>
            <a:spLocks noGrp="1"/>
          </p:cNvSpPr>
          <p:nvPr/>
        </p:nvSpPr>
        <p:spPr>
          <a:xfrm>
            <a:off x="819150" y="4612189"/>
            <a:ext cx="10553700" cy="994702"/>
          </a:xfrm>
          <a:prstGeom prst="roundRect">
            <a:avLst>
              <a:gd name="adj" fmla="val 8567"/>
            </a:avLst>
          </a:prstGeom>
          <a:solidFill>
            <a:srgbClr val="F2EEE8"/>
          </a:solidFill>
          <a:ln w="12700">
            <a:solidFill>
              <a:srgbClr val="E4DED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5031DC6E-0E68-4AF5-BB4A-7FFE21BC7F82}"/>
              </a:ext>
            </a:extLst>
          </p:cNvPr>
          <p:cNvSpPr>
            <a:spLocks noGrp="1"/>
          </p:cNvSpPr>
          <p:nvPr/>
        </p:nvSpPr>
        <p:spPr>
          <a:xfrm>
            <a:off x="1695500" y="4805864"/>
            <a:ext cx="913557" cy="52323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ts val="3920"/>
              </a:lnSpc>
              <a:buNone/>
            </a:pPr>
            <a:r>
              <a:rPr sz="2800" b="1">
                <a:solidFill>
                  <a:srgbClr val="3E3833"/>
                </a:solidFill>
                <a:latin typeface="Noto Serif KR"/>
                <a:ea typeface="Noto Serif KR"/>
                <a:cs typeface="Noto Serif KR"/>
              </a:rPr>
              <a:t>9/14</a:t>
            </a:r>
            <a:endParaRPr sz="2800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C99548C2-C71D-42DD-A16E-958C02BAEC96}"/>
              </a:ext>
            </a:extLst>
          </p:cNvPr>
          <p:cNvSpPr>
            <a:spLocks noGrp="1"/>
          </p:cNvSpPr>
          <p:nvPr/>
        </p:nvSpPr>
        <p:spPr>
          <a:xfrm>
            <a:off x="2609088" y="4858548"/>
            <a:ext cx="1762125" cy="436817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defPPr algn="l">
              <a:defRPr sz="1350" b="0" i="0">
                <a:solidFill>
                  <a:srgbClr val="5E5750"/>
                </a:solidFill>
                <a:latin typeface="IBM Plex Sans KR"/>
                <a:ea typeface="IBM Plex Sans KR"/>
                <a:cs typeface="IBM Plex Sans KR"/>
              </a:defRPr>
            </a:defPPr>
          </a:lstStyle>
          <a:p>
            <a:pPr algn="l">
              <a:defRPr sz="1350" b="0" i="0">
                <a:solidFill>
                  <a:srgbClr val="5E5750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350" b="0" i="0" u="none">
                <a:solidFill>
                  <a:srgbClr val="5E5750"/>
                </a:solidFill>
                <a:latin typeface="IBM Plex Sans KR"/>
                <a:ea typeface="IBM Plex Sans KR"/>
                <a:cs typeface="IBM Plex Sans KR"/>
              </a:rPr>
              <a:t>활동·메뉴·휴식에서</a:t>
            </a:r>
          </a:p>
          <a:p>
            <a:pPr algn="l">
              <a:defRPr sz="1350" b="0" i="0">
                <a:solidFill>
                  <a:srgbClr val="5E5750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350" b="0" i="0" u="none">
                <a:solidFill>
                  <a:srgbClr val="5E5750"/>
                </a:solidFill>
                <a:latin typeface="IBM Plex Sans KR"/>
                <a:ea typeface="IBM Plex Sans KR"/>
                <a:cs typeface="IBM Plex Sans KR"/>
              </a:rPr>
              <a:t>의견이 갈린 사람</a:t>
            </a:r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50A7BCB7-1EDB-473A-B90E-26123F462622}"/>
              </a:ext>
            </a:extLst>
          </p:cNvPr>
          <p:cNvSpPr>
            <a:spLocks noGrp="1"/>
          </p:cNvSpPr>
          <p:nvPr/>
        </p:nvSpPr>
        <p:spPr>
          <a:xfrm>
            <a:off x="4337050" y="4619936"/>
            <a:ext cx="0" cy="802630"/>
          </a:xfrm>
          <a:prstGeom prst="line">
            <a:avLst/>
          </a:prstGeom>
          <a:noFill/>
          <a:ln w="12700">
            <a:solidFill>
              <a:srgbClr val="E4DED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8C95227C-AAEF-41EB-B3C7-F7814E61FB01}"/>
              </a:ext>
            </a:extLst>
          </p:cNvPr>
          <p:cNvSpPr>
            <a:spLocks noGrp="1"/>
          </p:cNvSpPr>
          <p:nvPr/>
        </p:nvSpPr>
        <p:spPr>
          <a:xfrm>
            <a:off x="5213400" y="4805864"/>
            <a:ext cx="913557" cy="52323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ts val="3920"/>
              </a:lnSpc>
              <a:buNone/>
            </a:pPr>
            <a:r>
              <a:rPr sz="2800" b="1">
                <a:solidFill>
                  <a:srgbClr val="9A6F42"/>
                </a:solidFill>
                <a:latin typeface="Noto Serif KR"/>
                <a:ea typeface="Noto Serif KR"/>
                <a:cs typeface="Noto Serif KR"/>
              </a:rPr>
              <a:t>3/14</a:t>
            </a:r>
            <a:endParaRPr sz="2800"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F41727CB-F279-4308-B126-D3DDF7B1C701}"/>
              </a:ext>
            </a:extLst>
          </p:cNvPr>
          <p:cNvSpPr>
            <a:spLocks noGrp="1"/>
          </p:cNvSpPr>
          <p:nvPr/>
        </p:nvSpPr>
        <p:spPr>
          <a:xfrm>
            <a:off x="6126956" y="4858548"/>
            <a:ext cx="1666875" cy="436817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defPPr algn="l">
              <a:defRPr sz="1350" b="0" i="0">
                <a:solidFill>
                  <a:srgbClr val="5E5750"/>
                </a:solidFill>
                <a:latin typeface="IBM Plex Sans KR"/>
                <a:ea typeface="IBM Plex Sans KR"/>
                <a:cs typeface="IBM Plex Sans KR"/>
              </a:defRPr>
            </a:defPPr>
          </a:lstStyle>
          <a:p>
            <a:pPr algn="l">
              <a:defRPr sz="1350" b="0" i="0">
                <a:solidFill>
                  <a:srgbClr val="5E5750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350" b="0" i="0" u="none">
                <a:solidFill>
                  <a:srgbClr val="5E5750"/>
                </a:solidFill>
                <a:latin typeface="IBM Plex Sans KR"/>
                <a:ea typeface="IBM Plex Sans KR"/>
                <a:cs typeface="IBM Plex Sans KR"/>
              </a:rPr>
              <a:t>하고 싶은 말을</a:t>
            </a:r>
          </a:p>
          <a:p>
            <a:pPr algn="l">
              <a:defRPr sz="1350" b="0" i="0">
                <a:solidFill>
                  <a:srgbClr val="5E5750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350" b="0" i="0" u="none">
                <a:solidFill>
                  <a:srgbClr val="5E5750"/>
                </a:solidFill>
                <a:latin typeface="IBM Plex Sans KR"/>
                <a:ea typeface="IBM Plex Sans KR"/>
                <a:cs typeface="IBM Plex Sans KR"/>
              </a:rPr>
              <a:t>다 못 한 사람</a:t>
            </a:r>
          </a:p>
        </p:txBody>
      </p:sp>
      <p:sp>
        <p:nvSpPr>
          <p:cNvPr id="28" name="Shape 26">
            <a:extLst>
              <a:ext uri="{FF2B5EF4-FFF2-40B4-BE49-F238E27FC236}">
                <a16:creationId xmlns:a16="http://schemas.microsoft.com/office/drawing/2014/main" id="{D966A2EB-6356-4918-8992-A3FAD3A08FD6}"/>
              </a:ext>
            </a:extLst>
          </p:cNvPr>
          <p:cNvSpPr>
            <a:spLocks noGrp="1"/>
          </p:cNvSpPr>
          <p:nvPr/>
        </p:nvSpPr>
        <p:spPr>
          <a:xfrm>
            <a:off x="7854950" y="4619936"/>
            <a:ext cx="0" cy="802630"/>
          </a:xfrm>
          <a:prstGeom prst="line">
            <a:avLst/>
          </a:prstGeom>
          <a:noFill/>
          <a:ln w="12700">
            <a:solidFill>
              <a:srgbClr val="E4DED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FF8C740A-98FC-4B98-82EB-ABD33F2E1475}"/>
              </a:ext>
            </a:extLst>
          </p:cNvPr>
          <p:cNvSpPr>
            <a:spLocks noGrp="1"/>
          </p:cNvSpPr>
          <p:nvPr/>
        </p:nvSpPr>
        <p:spPr>
          <a:xfrm>
            <a:off x="8689529" y="4805864"/>
            <a:ext cx="264071" cy="52323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ts val="3920"/>
              </a:lnSpc>
              <a:buNone/>
            </a:pPr>
            <a:r>
              <a:rPr sz="2800" b="1">
                <a:solidFill>
                  <a:srgbClr val="3E3833"/>
                </a:solidFill>
                <a:latin typeface="Noto Serif KR"/>
                <a:ea typeface="Noto Serif KR"/>
                <a:cs typeface="Noto Serif KR"/>
              </a:rPr>
              <a:t>2</a:t>
            </a:r>
            <a:endParaRPr sz="2800"/>
          </a:p>
        </p:txBody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885489A4-3A2F-4CCE-8C41-A4B17AFE3295}"/>
              </a:ext>
            </a:extLst>
          </p:cNvPr>
          <p:cNvSpPr>
            <a:spLocks noGrp="1"/>
          </p:cNvSpPr>
          <p:nvPr/>
        </p:nvSpPr>
        <p:spPr>
          <a:xfrm>
            <a:off x="9029798" y="4858519"/>
            <a:ext cx="1951627" cy="43686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defPPr algn="l">
              <a:defRPr sz="1275" b="0" i="0">
                <a:solidFill>
                  <a:srgbClr val="5E5750"/>
                </a:solidFill>
                <a:latin typeface="IBM Plex Sans KR"/>
                <a:ea typeface="IBM Plex Sans KR"/>
                <a:cs typeface="IBM Plex Sans KR"/>
              </a:defRPr>
            </a:defPPr>
          </a:lstStyle>
          <a:p>
            <a:pPr algn="l">
              <a:defRPr sz="1275" b="0" i="0">
                <a:solidFill>
                  <a:srgbClr val="5E5750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275" b="0" i="0" u="none">
                <a:solidFill>
                  <a:srgbClr val="5E5750"/>
                </a:solidFill>
                <a:latin typeface="IBM Plex Sans KR"/>
                <a:ea typeface="IBM Plex Sans KR"/>
                <a:cs typeface="IBM Plex Sans KR"/>
              </a:rPr>
              <a:t>말을 아낀 3명 중</a:t>
            </a:r>
          </a:p>
          <a:p>
            <a:pPr algn="l">
              <a:defRPr sz="1275" b="0" i="0">
                <a:solidFill>
                  <a:srgbClr val="5E5750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275" b="0" i="0" u="none">
                <a:solidFill>
                  <a:srgbClr val="5E5750"/>
                </a:solidFill>
                <a:latin typeface="IBM Plex Sans KR"/>
                <a:ea typeface="IBM Plex Sans KR"/>
                <a:cs typeface="IBM Plex Sans KR"/>
              </a:rPr>
              <a:t>부담까지 남은 사람</a:t>
            </a:r>
          </a:p>
        </p:txBody>
      </p:sp>
      <p:sp>
        <p:nvSpPr>
          <p:cNvPr id="32" name="Text 30">
            <a:extLst>
              <a:ext uri="{FF2B5EF4-FFF2-40B4-BE49-F238E27FC236}">
                <a16:creationId xmlns:a16="http://schemas.microsoft.com/office/drawing/2014/main" id="{D39FFF46-F5BA-49A6-B457-F281E3CBE019}"/>
              </a:ext>
            </a:extLst>
          </p:cNvPr>
          <p:cNvSpPr>
            <a:spLocks noGrp="1"/>
          </p:cNvSpPr>
          <p:nvPr/>
        </p:nvSpPr>
        <p:spPr>
          <a:xfrm>
            <a:off x="812768" y="6238304"/>
            <a:ext cx="9048750" cy="238697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defPPr algn="l">
              <a:defRPr sz="1125" b="0" i="0">
                <a:solidFill>
                  <a:srgbClr val="A39B92"/>
                </a:solidFill>
                <a:latin typeface="IBM Plex Sans KR"/>
                <a:ea typeface="IBM Plex Sans KR"/>
                <a:cs typeface="IBM Plex Sans KR"/>
              </a:defRPr>
            </a:defPPr>
          </a:lstStyle>
          <a:p>
            <a:pPr algn="l">
              <a:defRPr sz="1125" b="0" i="0">
                <a:solidFill>
                  <a:srgbClr val="A39B92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125" b="0" i="0" u="none">
                <a:solidFill>
                  <a:srgbClr val="A39B92"/>
                </a:solidFill>
                <a:latin typeface="IBM Plex Sans KR"/>
                <a:ea typeface="IBM Plex Sans KR"/>
                <a:cs typeface="IBM Plex Sans KR"/>
              </a:rPr>
              <a:t>TEAM ItBM  ·  docs/PROBLEM.md 3~4절</a:t>
            </a:r>
          </a:p>
        </p:txBody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04602577-4ACA-4E94-906A-85A1DF76E404}"/>
              </a:ext>
            </a:extLst>
          </p:cNvPr>
          <p:cNvSpPr>
            <a:spLocks noGrp="1"/>
          </p:cNvSpPr>
          <p:nvPr/>
        </p:nvSpPr>
        <p:spPr>
          <a:xfrm>
            <a:off x="9417050" y="6238280"/>
            <a:ext cx="1962150" cy="2387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defPPr algn="r">
              <a:defRPr sz="1200" b="0" i="0">
                <a:solidFill>
                  <a:srgbClr val="A39B92"/>
                </a:solidFill>
                <a:latin typeface="IBM Plex Sans KR"/>
                <a:ea typeface="IBM Plex Sans KR"/>
                <a:cs typeface="IBM Plex Sans KR"/>
              </a:defRPr>
            </a:defPPr>
          </a:lstStyle>
          <a:p>
            <a:pPr algn="r">
              <a:defRPr sz="1200" b="0" i="0">
                <a:solidFill>
                  <a:srgbClr val="A39B92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200" b="0" i="0" u="none">
                <a:solidFill>
                  <a:srgbClr val="A39B92"/>
                </a:solidFill>
                <a:latin typeface="IBM Plex Sans KR"/>
                <a:ea typeface="IBM Plex Sans KR"/>
                <a:cs typeface="IBM Plex Sans KR"/>
              </a:rPr>
              <a:t>04 / 11</a:t>
            </a:r>
          </a:p>
        </p:txBody>
      </p:sp>
    </p:spTree>
    <p:extLst>
      <p:ext uri="{BB962C8B-B14F-4D97-AF65-F5344CB8AC3E}">
        <p14:creationId xmlns:p14="http://schemas.microsoft.com/office/powerpoint/2010/main" val="14726713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E6F93A2-018C-4174-98CE-6A1C74B7F633}"/>
              </a:ext>
            </a:extLst>
          </p:cNvPr>
          <p:cNvSpPr>
            <a:spLocks noGrp="1"/>
          </p:cNvSpPr>
          <p:nvPr/>
        </p:nvSpPr>
        <p:spPr>
          <a:xfrm>
            <a:off x="812800" y="812800"/>
            <a:ext cx="457200" cy="25400"/>
          </a:xfrm>
          <a:prstGeom prst="rect">
            <a:avLst/>
          </a:prstGeom>
          <a:solidFill>
            <a:srgbClr val="B8895A"/>
          </a:solidFill>
        </p:spPr>
        <p:txBody>
          <a:bodyPr/>
          <a:lstStyle/>
          <a:p>
            <a:endParaRPr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ABCA3ADE-4BCD-4F58-89B1-107BF4B724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00" y="1091793"/>
            <a:ext cx="10883392" cy="51306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91482"/>
          </a:bodyPr>
          <a:lstStyle>
            <a:defPPr algn="l">
              <a:defRPr sz="3200" b="1" i="0">
                <a:solidFill>
                  <a:srgbClr val="3E3833"/>
                </a:solidFill>
                <a:latin typeface="Noto Serif KR"/>
                <a:ea typeface="Noto Serif KR"/>
                <a:cs typeface="Noto Serif KR"/>
              </a:defRPr>
            </a:defPPr>
          </a:lstStyle>
          <a:p>
            <a:pPr algn="l">
              <a:defRPr sz="3200" b="1" i="0">
                <a:solidFill>
                  <a:srgbClr val="3E3833"/>
                </a:solidFill>
                <a:latin typeface="Noto Serif KR"/>
                <a:ea typeface="Noto Serif KR"/>
                <a:cs typeface="Noto Serif KR"/>
              </a:defRPr>
            </a:pPr>
            <a:r>
              <a:rPr sz="3200" b="1" i="0" u="none">
                <a:solidFill>
                  <a:srgbClr val="3E3833"/>
                </a:solidFill>
                <a:latin typeface="Noto Serif KR"/>
                <a:ea typeface="Noto Serif KR"/>
                <a:cs typeface="Noto Serif KR"/>
              </a:rPr>
              <a:t>워크플로 관찰</a:t>
            </a: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F89F8F43-6B20-48E7-B807-37E19B5E4CA0}"/>
              </a:ext>
            </a:extLst>
          </p:cNvPr>
          <p:cNvSpPr>
            <a:spLocks noGrp="1"/>
          </p:cNvSpPr>
          <p:nvPr/>
        </p:nvSpPr>
        <p:spPr>
          <a:xfrm>
            <a:off x="812800" y="2018005"/>
            <a:ext cx="10883392" cy="27429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defPPr algn="l">
              <a:defRPr sz="1400" b="0" i="0">
                <a:solidFill>
                  <a:srgbClr val="8C847C"/>
                </a:solidFill>
                <a:latin typeface="IBM Plex Sans KR"/>
                <a:ea typeface="IBM Plex Sans KR"/>
                <a:cs typeface="IBM Plex Sans KR"/>
              </a:defRPr>
            </a:defPPr>
          </a:lstStyle>
          <a:p>
            <a:pPr algn="l">
              <a:defRPr sz="1400" b="0" i="0">
                <a:solidFill>
                  <a:srgbClr val="8C847C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400" b="0" i="0" u="none">
                <a:solidFill>
                  <a:srgbClr val="8C847C"/>
                </a:solidFill>
                <a:latin typeface="IBM Plex Sans KR"/>
                <a:ea typeface="IBM Plex Sans KR"/>
                <a:cs typeface="IBM Plex Sans KR"/>
              </a:rPr>
              <a:t>로그 10 참여자의 3인 단톡방 기록  ·  2/23 첫 언급부터 7/22 출발까지</a:t>
            </a: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84B26915-6736-49E2-8C21-280772C9B86C}"/>
              </a:ext>
            </a:extLst>
          </p:cNvPr>
          <p:cNvSpPr>
            <a:spLocks noGrp="1"/>
          </p:cNvSpPr>
          <p:nvPr/>
        </p:nvSpPr>
        <p:spPr>
          <a:xfrm>
            <a:off x="812800" y="2646617"/>
            <a:ext cx="3386634" cy="2373250"/>
          </a:xfrm>
          <a:prstGeom prst="roundRect">
            <a:avLst>
              <a:gd name="adj" fmla="val 4013"/>
            </a:avLst>
          </a:prstGeom>
          <a:solidFill>
            <a:srgbClr val="EFECE7"/>
          </a:solidFill>
          <a:effectLst>
            <a:outerShdw blurRad="76200" dist="25400" dir="5400000" algn="bl" rotWithShape="0">
              <a:srgbClr val="3E3833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C41DF095-2BF4-4A4D-AB2E-0664D13B1B1B}"/>
              </a:ext>
            </a:extLst>
          </p:cNvPr>
          <p:cNvSpPr>
            <a:spLocks noGrp="1"/>
          </p:cNvSpPr>
          <p:nvPr/>
        </p:nvSpPr>
        <p:spPr>
          <a:xfrm>
            <a:off x="1134491" y="3027617"/>
            <a:ext cx="2743200" cy="5334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ctr">
              <a:lnSpc>
                <a:spcPts val="4000"/>
              </a:lnSpc>
              <a:buNone/>
            </a:pPr>
            <a:r>
              <a:rPr sz="4000" b="1">
                <a:solidFill>
                  <a:srgbClr val="3E3833"/>
                </a:solidFill>
                <a:latin typeface="Noto Serif KR"/>
                <a:ea typeface="Noto Serif KR"/>
                <a:cs typeface="Noto Serif KR"/>
              </a:rPr>
              <a:t>7·6·5</a:t>
            </a:r>
            <a:endParaRPr sz="400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0056B5DB-CD2E-466F-B871-9BC27AE1242B}"/>
              </a:ext>
            </a:extLst>
          </p:cNvPr>
          <p:cNvSpPr>
            <a:spLocks noGrp="1"/>
          </p:cNvSpPr>
          <p:nvPr/>
        </p:nvSpPr>
        <p:spPr>
          <a:xfrm>
            <a:off x="2302917" y="3789617"/>
            <a:ext cx="406400" cy="19050"/>
          </a:xfrm>
          <a:prstGeom prst="rect">
            <a:avLst/>
          </a:prstGeom>
          <a:solidFill>
            <a:srgbClr val="B8895A"/>
          </a:solidFill>
        </p:spPr>
        <p:txBody>
          <a:bodyPr/>
          <a:lstStyle/>
          <a:p>
            <a:endParaRPr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428D2D1A-FF57-45C4-BCEB-891CF2A953CA}"/>
              </a:ext>
            </a:extLst>
          </p:cNvPr>
          <p:cNvSpPr>
            <a:spLocks noGrp="1"/>
          </p:cNvSpPr>
          <p:nvPr/>
        </p:nvSpPr>
        <p:spPr>
          <a:xfrm>
            <a:off x="1223516" y="3940430"/>
            <a:ext cx="2565202" cy="26923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defPPr algn="ctr">
              <a:defRPr sz="1600" b="1" i="0">
                <a:solidFill>
                  <a:srgbClr val="3E3833"/>
                </a:solidFill>
                <a:latin typeface="IBM Plex Sans KR"/>
                <a:ea typeface="IBM Plex Sans KR"/>
                <a:cs typeface="IBM Plex Sans KR"/>
              </a:defRPr>
            </a:defPPr>
          </a:lstStyle>
          <a:p>
            <a:pPr algn="ctr">
              <a:defRPr sz="1600" b="1" i="0">
                <a:solidFill>
                  <a:srgbClr val="3E3833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600" b="1" i="0" u="none">
                <a:solidFill>
                  <a:srgbClr val="3E3833"/>
                </a:solidFill>
                <a:latin typeface="IBM Plex Sans KR"/>
                <a:ea typeface="IBM Plex Sans KR"/>
                <a:cs typeface="IBM Plex Sans KR"/>
              </a:rPr>
              <a:t>세 명이 올린 링크 수</a:t>
            </a: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0C6436CE-7FA4-4375-B4A9-21663E845E82}"/>
              </a:ext>
            </a:extLst>
          </p:cNvPr>
          <p:cNvSpPr>
            <a:spLocks noGrp="1"/>
          </p:cNvSpPr>
          <p:nvPr/>
        </p:nvSpPr>
        <p:spPr>
          <a:xfrm>
            <a:off x="886825" y="4372213"/>
            <a:ext cx="3238500" cy="238697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defPPr algn="ctr">
              <a:defRPr sz="1350" b="0" i="0">
                <a:solidFill>
                  <a:srgbClr val="8C847C"/>
                </a:solidFill>
                <a:latin typeface="IBM Plex Sans KR"/>
                <a:ea typeface="IBM Plex Sans KR"/>
                <a:cs typeface="IBM Plex Sans KR"/>
              </a:defRPr>
            </a:defPPr>
          </a:lstStyle>
          <a:p>
            <a:pPr algn="ctr">
              <a:defRPr sz="1350" b="0" i="0">
                <a:solidFill>
                  <a:srgbClr val="8C847C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350" b="0" i="0" u="none">
                <a:solidFill>
                  <a:srgbClr val="8C847C"/>
                </a:solidFill>
                <a:latin typeface="IBM Plex Sans KR"/>
                <a:ea typeface="IBM Plex Sans KR"/>
                <a:cs typeface="IBM Plex Sans KR"/>
              </a:rPr>
              <a:t>인터뷰 진술은 “A가 다 짰다”</a:t>
            </a:r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2F037798-CE70-4219-935F-D2356B27A6E3}"/>
              </a:ext>
            </a:extLst>
          </p:cNvPr>
          <p:cNvSpPr>
            <a:spLocks noGrp="1"/>
          </p:cNvSpPr>
          <p:nvPr/>
        </p:nvSpPr>
        <p:spPr>
          <a:xfrm>
            <a:off x="4402634" y="2646617"/>
            <a:ext cx="3386683" cy="2373250"/>
          </a:xfrm>
          <a:prstGeom prst="roundRect">
            <a:avLst>
              <a:gd name="adj" fmla="val 4013"/>
            </a:avLst>
          </a:prstGeom>
          <a:solidFill>
            <a:srgbClr val="57504A"/>
          </a:solidFill>
          <a:effectLst>
            <a:outerShdw blurRad="76200" dist="25400" dir="5400000" algn="bl" rotWithShape="0">
              <a:srgbClr val="3E3833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0BFE6845-5C2F-4E72-9456-E98A32D8DF12}"/>
              </a:ext>
            </a:extLst>
          </p:cNvPr>
          <p:cNvSpPr>
            <a:spLocks noGrp="1"/>
          </p:cNvSpPr>
          <p:nvPr/>
        </p:nvSpPr>
        <p:spPr>
          <a:xfrm>
            <a:off x="4724350" y="3027617"/>
            <a:ext cx="2743200" cy="53340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95000" lnSpcReduction="10000"/>
          </a:bodyPr>
          <a:lstStyle>
            <a:defPPr algn="ctr">
              <a:defRPr sz="4000" b="1" i="0">
                <a:solidFill>
                  <a:srgbClr val="D9B48A"/>
                </a:solidFill>
                <a:latin typeface="Noto Serif KR"/>
                <a:ea typeface="Noto Serif KR"/>
                <a:cs typeface="Noto Serif KR"/>
              </a:defRPr>
            </a:defPPr>
          </a:lstStyle>
          <a:p>
            <a:pPr algn="ctr">
              <a:defRPr sz="4000" b="1" i="0">
                <a:solidFill>
                  <a:srgbClr val="D9B48A"/>
                </a:solidFill>
                <a:latin typeface="Noto Serif KR"/>
                <a:ea typeface="Noto Serif KR"/>
                <a:cs typeface="Noto Serif KR"/>
              </a:defRPr>
            </a:pPr>
            <a:r>
              <a:rPr sz="4000" b="1" i="0" u="none">
                <a:solidFill>
                  <a:srgbClr val="D9B48A"/>
                </a:solidFill>
                <a:latin typeface="Noto Serif KR"/>
                <a:ea typeface="Noto Serif KR"/>
                <a:cs typeface="Noto Serif KR"/>
              </a:rPr>
              <a:t>제안 3건</a:t>
            </a:r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7C43C726-05C6-4ADC-8FF0-CF57D486F7E7}"/>
              </a:ext>
            </a:extLst>
          </p:cNvPr>
          <p:cNvSpPr>
            <a:spLocks noGrp="1"/>
          </p:cNvSpPr>
          <p:nvPr/>
        </p:nvSpPr>
        <p:spPr>
          <a:xfrm>
            <a:off x="5892750" y="3789617"/>
            <a:ext cx="406400" cy="19050"/>
          </a:xfrm>
          <a:prstGeom prst="rect">
            <a:avLst/>
          </a:prstGeom>
          <a:solidFill>
            <a:srgbClr val="D9B48A"/>
          </a:solidFill>
        </p:spPr>
        <p:txBody>
          <a:bodyPr/>
          <a:lstStyle/>
          <a:p>
            <a:endParaRPr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52DD3EB0-A817-4935-9D2A-13580582628D}"/>
              </a:ext>
            </a:extLst>
          </p:cNvPr>
          <p:cNvSpPr>
            <a:spLocks noGrp="1"/>
          </p:cNvSpPr>
          <p:nvPr/>
        </p:nvSpPr>
        <p:spPr>
          <a:xfrm>
            <a:off x="4885675" y="3940430"/>
            <a:ext cx="2420600" cy="26923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defPPr algn="ctr">
              <a:defRPr sz="1600" b="1" i="0">
                <a:solidFill>
                  <a:srgbClr val="F7F5F1"/>
                </a:solidFill>
                <a:latin typeface="IBM Plex Sans KR"/>
                <a:ea typeface="IBM Plex Sans KR"/>
                <a:cs typeface="IBM Plex Sans KR"/>
              </a:defRPr>
            </a:defPPr>
          </a:lstStyle>
          <a:p>
            <a:pPr algn="ctr">
              <a:defRPr sz="1600" b="1" i="0">
                <a:solidFill>
                  <a:srgbClr val="F7F5F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600" b="1" i="0" u="none">
                <a:solidFill>
                  <a:srgbClr val="F7F5F1"/>
                </a:solidFill>
                <a:latin typeface="IBM Plex Sans KR"/>
                <a:ea typeface="IBM Plex Sans KR"/>
                <a:cs typeface="IBM Plex Sans KR"/>
              </a:rPr>
              <a:t>첫 반응</a:t>
            </a:r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E992D7DE-7CDB-44E2-BCB4-987F07221C6D}"/>
              </a:ext>
            </a:extLst>
          </p:cNvPr>
          <p:cNvSpPr>
            <a:spLocks noGrp="1"/>
          </p:cNvSpPr>
          <p:nvPr/>
        </p:nvSpPr>
        <p:spPr>
          <a:xfrm>
            <a:off x="4476702" y="4372213"/>
            <a:ext cx="3238500" cy="238697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defPPr algn="ctr">
              <a:defRPr sz="1350" b="0" i="0">
                <a:solidFill>
                  <a:srgbClr val="D9CFC4"/>
                </a:solidFill>
                <a:latin typeface="IBM Plex Sans KR"/>
                <a:ea typeface="IBM Plex Sans KR"/>
                <a:cs typeface="IBM Plex Sans KR"/>
              </a:defRPr>
            </a:defPPr>
          </a:lstStyle>
          <a:p>
            <a:pPr algn="ctr">
              <a:defRPr sz="1350" b="0" i="0">
                <a:solidFill>
                  <a:srgbClr val="D9CFC4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350" b="0" i="0" u="none">
                <a:solidFill>
                  <a:srgbClr val="D9CFC4"/>
                </a:solidFill>
                <a:latin typeface="IBM Plex Sans KR"/>
                <a:ea typeface="IBM Plex Sans KR"/>
                <a:cs typeface="IBM Plex Sans KR"/>
              </a:rPr>
              <a:t>수락 2건은 1분 안, 1건은 10분 뒤 “왜”</a:t>
            </a:r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8816DC48-62F8-4853-A46B-713DC28DB9F1}"/>
              </a:ext>
            </a:extLst>
          </p:cNvPr>
          <p:cNvSpPr>
            <a:spLocks noGrp="1"/>
          </p:cNvSpPr>
          <p:nvPr/>
        </p:nvSpPr>
        <p:spPr>
          <a:xfrm>
            <a:off x="7992517" y="2646617"/>
            <a:ext cx="3386683" cy="2373250"/>
          </a:xfrm>
          <a:prstGeom prst="roundRect">
            <a:avLst>
              <a:gd name="adj" fmla="val 4013"/>
            </a:avLst>
          </a:prstGeom>
          <a:solidFill>
            <a:srgbClr val="EFECE7"/>
          </a:solidFill>
          <a:effectLst>
            <a:outerShdw blurRad="76200" dist="25400" dir="5400000" algn="bl" rotWithShape="0">
              <a:srgbClr val="3E3833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EC7EECF9-2A67-4DB4-A604-0AE4CC9AB5B0}"/>
              </a:ext>
            </a:extLst>
          </p:cNvPr>
          <p:cNvSpPr>
            <a:spLocks noGrp="1"/>
          </p:cNvSpPr>
          <p:nvPr/>
        </p:nvSpPr>
        <p:spPr>
          <a:xfrm>
            <a:off x="8314233" y="3027617"/>
            <a:ext cx="2743200" cy="53340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95000" lnSpcReduction="10000"/>
          </a:bodyPr>
          <a:lstStyle>
            <a:defPPr algn="ctr">
              <a:defRPr sz="4000" b="1" i="0">
                <a:solidFill>
                  <a:srgbClr val="3E3833"/>
                </a:solidFill>
                <a:latin typeface="Noto Serif KR"/>
                <a:ea typeface="Noto Serif KR"/>
                <a:cs typeface="Noto Serif KR"/>
              </a:defRPr>
            </a:defPPr>
          </a:lstStyle>
          <a:p>
            <a:pPr algn="ctr">
              <a:defRPr sz="4000" b="1" i="0">
                <a:solidFill>
                  <a:srgbClr val="3E3833"/>
                </a:solidFill>
                <a:latin typeface="Noto Serif KR"/>
                <a:ea typeface="Noto Serif KR"/>
                <a:cs typeface="Noto Serif KR"/>
              </a:defRPr>
            </a:pPr>
            <a:r>
              <a:rPr sz="4000" b="1" i="0" u="none">
                <a:solidFill>
                  <a:srgbClr val="3E3833"/>
                </a:solidFill>
                <a:latin typeface="Noto Serif KR"/>
                <a:ea typeface="Noto Serif KR"/>
                <a:cs typeface="Noto Serif KR"/>
              </a:rPr>
              <a:t>전화·줌</a:t>
            </a:r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2DBCA02B-48A6-4A65-BCE7-6EBA4EB7B2E3}"/>
              </a:ext>
            </a:extLst>
          </p:cNvPr>
          <p:cNvSpPr>
            <a:spLocks noGrp="1"/>
          </p:cNvSpPr>
          <p:nvPr/>
        </p:nvSpPr>
        <p:spPr>
          <a:xfrm>
            <a:off x="9482634" y="3789617"/>
            <a:ext cx="406400" cy="19050"/>
          </a:xfrm>
          <a:prstGeom prst="rect">
            <a:avLst/>
          </a:prstGeom>
          <a:solidFill>
            <a:srgbClr val="B8895A"/>
          </a:solidFill>
        </p:spPr>
        <p:txBody>
          <a:bodyPr/>
          <a:lstStyle/>
          <a:p>
            <a:endParaRPr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A13F0F51-1C01-4F46-92A9-5258A89D3AF7}"/>
              </a:ext>
            </a:extLst>
          </p:cNvPr>
          <p:cNvSpPr>
            <a:spLocks noGrp="1"/>
          </p:cNvSpPr>
          <p:nvPr/>
        </p:nvSpPr>
        <p:spPr>
          <a:xfrm>
            <a:off x="8758272" y="3940430"/>
            <a:ext cx="1855172" cy="26923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defPPr algn="ctr">
              <a:defRPr sz="1600" b="1" i="0">
                <a:solidFill>
                  <a:srgbClr val="3E3833"/>
                </a:solidFill>
                <a:latin typeface="IBM Plex Sans KR"/>
                <a:ea typeface="IBM Plex Sans KR"/>
                <a:cs typeface="IBM Plex Sans KR"/>
              </a:defRPr>
            </a:defPPr>
          </a:lstStyle>
          <a:p>
            <a:pPr algn="ctr">
              <a:defRPr sz="1600" b="1" i="0">
                <a:solidFill>
                  <a:srgbClr val="3E3833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600" b="1" i="0" u="none">
                <a:solidFill>
                  <a:srgbClr val="3E3833"/>
                </a:solidFill>
                <a:latin typeface="IBM Plex Sans KR"/>
                <a:ea typeface="IBM Plex Sans KR"/>
                <a:cs typeface="IBM Plex Sans KR"/>
              </a:rPr>
              <a:t>단톡 밖에서도 조율</a:t>
            </a:r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6A40790A-4C34-4455-B545-85CEE0515D63}"/>
              </a:ext>
            </a:extLst>
          </p:cNvPr>
          <p:cNvSpPr>
            <a:spLocks noGrp="1"/>
          </p:cNvSpPr>
          <p:nvPr/>
        </p:nvSpPr>
        <p:spPr>
          <a:xfrm>
            <a:off x="8066580" y="4372213"/>
            <a:ext cx="3238500" cy="238697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defPPr algn="ctr">
              <a:defRPr sz="1350" b="0" i="0">
                <a:solidFill>
                  <a:srgbClr val="8C847C"/>
                </a:solidFill>
                <a:latin typeface="IBM Plex Sans KR"/>
                <a:ea typeface="IBM Plex Sans KR"/>
                <a:cs typeface="IBM Plex Sans KR"/>
              </a:defRPr>
            </a:defPPr>
          </a:lstStyle>
          <a:p>
            <a:pPr algn="ctr">
              <a:defRPr sz="1350" b="0" i="0">
                <a:solidFill>
                  <a:srgbClr val="8C847C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350" b="0" i="0" u="none">
                <a:solidFill>
                  <a:srgbClr val="8C847C"/>
                </a:solidFill>
                <a:latin typeface="IBM Plex Sans KR"/>
                <a:ea typeface="IBM Plex Sans KR"/>
                <a:cs typeface="IBM Plex Sans KR"/>
              </a:rPr>
              <a:t>전화 약 20회 · 줌 2회</a:t>
            </a:r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FF32E943-65A8-4021-B296-087AD3AC817E}"/>
              </a:ext>
            </a:extLst>
          </p:cNvPr>
          <p:cNvSpPr>
            <a:spLocks noGrp="1"/>
          </p:cNvSpPr>
          <p:nvPr/>
        </p:nvSpPr>
        <p:spPr>
          <a:xfrm>
            <a:off x="812768" y="6238304"/>
            <a:ext cx="9048750" cy="238697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defPPr algn="l">
              <a:defRPr sz="1125" b="0" i="0">
                <a:solidFill>
                  <a:srgbClr val="A39B92"/>
                </a:solidFill>
                <a:latin typeface="IBM Plex Sans KR"/>
                <a:ea typeface="IBM Plex Sans KR"/>
                <a:cs typeface="IBM Plex Sans KR"/>
              </a:defRPr>
            </a:defPPr>
          </a:lstStyle>
          <a:p>
            <a:pPr algn="l">
              <a:defRPr sz="1125" b="0" i="0">
                <a:solidFill>
                  <a:srgbClr val="A39B92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125" b="0" i="0" u="none">
                <a:solidFill>
                  <a:srgbClr val="A39B92"/>
                </a:solidFill>
                <a:latin typeface="IBM Plex Sans KR"/>
                <a:ea typeface="IBM Plex Sans KR"/>
                <a:cs typeface="IBM Plex Sans KR"/>
              </a:rPr>
              <a:t>TEAM ItBM  ·  docs/research/interviews.md C절</a:t>
            </a:r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324C7D4F-A734-4C14-8F84-2104AEDFD871}"/>
              </a:ext>
            </a:extLst>
          </p:cNvPr>
          <p:cNvSpPr>
            <a:spLocks noGrp="1"/>
          </p:cNvSpPr>
          <p:nvPr/>
        </p:nvSpPr>
        <p:spPr>
          <a:xfrm>
            <a:off x="9417050" y="6238280"/>
            <a:ext cx="1962150" cy="2387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defPPr algn="r">
              <a:defRPr sz="1200" b="0" i="0">
                <a:solidFill>
                  <a:srgbClr val="A39B92"/>
                </a:solidFill>
                <a:latin typeface="IBM Plex Sans KR"/>
                <a:ea typeface="IBM Plex Sans KR"/>
                <a:cs typeface="IBM Plex Sans KR"/>
              </a:defRPr>
            </a:defPPr>
          </a:lstStyle>
          <a:p>
            <a:pPr algn="r">
              <a:defRPr sz="1200" b="0" i="0">
                <a:solidFill>
                  <a:srgbClr val="A39B92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200" b="0" i="0" u="none">
                <a:solidFill>
                  <a:srgbClr val="A39B92"/>
                </a:solidFill>
                <a:latin typeface="IBM Plex Sans KR"/>
                <a:ea typeface="IBM Plex Sans KR"/>
                <a:cs typeface="IBM Plex Sans KR"/>
              </a:rPr>
              <a:t>05 / 11</a:t>
            </a:r>
          </a:p>
        </p:txBody>
      </p:sp>
    </p:spTree>
    <p:extLst>
      <p:ext uri="{BB962C8B-B14F-4D97-AF65-F5344CB8AC3E}">
        <p14:creationId xmlns:p14="http://schemas.microsoft.com/office/powerpoint/2010/main" val="17141634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B810064D-8DE3-40F5-9EC7-5D04A66AAC28}"/>
              </a:ext>
            </a:extLst>
          </p:cNvPr>
          <p:cNvSpPr>
            <a:spLocks noGrp="1"/>
          </p:cNvSpPr>
          <p:nvPr/>
        </p:nvSpPr>
        <p:spPr>
          <a:xfrm>
            <a:off x="812800" y="812800"/>
            <a:ext cx="457200" cy="25400"/>
          </a:xfrm>
          <a:prstGeom prst="rect">
            <a:avLst/>
          </a:prstGeom>
          <a:solidFill>
            <a:srgbClr val="B8895A"/>
          </a:solidFill>
        </p:spPr>
        <p:txBody>
          <a:bodyPr/>
          <a:lstStyle/>
          <a:p>
            <a:endParaRPr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6D9355D3-069A-4DED-9B05-699950E73C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00" y="1091793"/>
            <a:ext cx="10883392" cy="51306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91482"/>
          </a:bodyPr>
          <a:lstStyle>
            <a:defPPr algn="l">
              <a:defRPr sz="3200" b="1" i="0">
                <a:solidFill>
                  <a:srgbClr val="3E3833"/>
                </a:solidFill>
                <a:latin typeface="Noto Serif KR"/>
                <a:ea typeface="Noto Serif KR"/>
                <a:cs typeface="Noto Serif KR"/>
              </a:defRPr>
            </a:defPPr>
          </a:lstStyle>
          <a:p>
            <a:pPr algn="l">
              <a:defRPr sz="3200" b="1" i="0">
                <a:solidFill>
                  <a:srgbClr val="3E3833"/>
                </a:solidFill>
                <a:latin typeface="Noto Serif KR"/>
                <a:ea typeface="Noto Serif KR"/>
                <a:cs typeface="Noto Serif KR"/>
              </a:defRPr>
            </a:pPr>
            <a:r>
              <a:rPr sz="3200" b="1" i="0" u="none">
                <a:solidFill>
                  <a:srgbClr val="3E3833"/>
                </a:solidFill>
                <a:latin typeface="Noto Serif KR"/>
                <a:ea typeface="Noto Serif KR"/>
                <a:cs typeface="Noto Serif KR"/>
              </a:rPr>
              <a:t>Job Story</a:t>
            </a:r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4C311E54-3474-444F-BFE7-67A53C42F967}"/>
              </a:ext>
            </a:extLst>
          </p:cNvPr>
          <p:cNvSpPr>
            <a:spLocks noGrp="1"/>
          </p:cNvSpPr>
          <p:nvPr/>
        </p:nvSpPr>
        <p:spPr>
          <a:xfrm>
            <a:off x="812768" y="6238304"/>
            <a:ext cx="9048750" cy="238697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defPPr algn="l">
              <a:defRPr sz="1125" b="0" i="0">
                <a:solidFill>
                  <a:srgbClr val="A39B92"/>
                </a:solidFill>
                <a:latin typeface="IBM Plex Sans KR"/>
                <a:ea typeface="IBM Plex Sans KR"/>
                <a:cs typeface="IBM Plex Sans KR"/>
              </a:defRPr>
            </a:defPPr>
          </a:lstStyle>
          <a:p>
            <a:pPr algn="l">
              <a:defRPr sz="1125" b="0" i="0">
                <a:solidFill>
                  <a:srgbClr val="A39B92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125" b="0" i="0" u="none">
                <a:solidFill>
                  <a:srgbClr val="A39B92"/>
                </a:solidFill>
                <a:latin typeface="IBM Plex Sans KR"/>
                <a:ea typeface="IBM Plex Sans KR"/>
                <a:cs typeface="IBM Plex Sans KR"/>
              </a:rPr>
              <a:t>TEAM ItBM  ·  docs/research/interviews.md D절</a:t>
            </a:r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3123C858-C30F-4607-BF70-EFF87E59FE64}"/>
              </a:ext>
            </a:extLst>
          </p:cNvPr>
          <p:cNvSpPr>
            <a:spLocks noGrp="1"/>
          </p:cNvSpPr>
          <p:nvPr/>
        </p:nvSpPr>
        <p:spPr>
          <a:xfrm>
            <a:off x="9417050" y="6238280"/>
            <a:ext cx="1962150" cy="2387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defPPr algn="r">
              <a:defRPr sz="1200" b="0" i="0">
                <a:solidFill>
                  <a:srgbClr val="A39B92"/>
                </a:solidFill>
                <a:latin typeface="IBM Plex Sans KR"/>
                <a:ea typeface="IBM Plex Sans KR"/>
                <a:cs typeface="IBM Plex Sans KR"/>
              </a:defRPr>
            </a:defPPr>
          </a:lstStyle>
          <a:p>
            <a:pPr algn="r">
              <a:defRPr sz="1200" b="0" i="0">
                <a:solidFill>
                  <a:srgbClr val="A39B92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200" b="0" i="0" u="none">
                <a:solidFill>
                  <a:srgbClr val="A39B92"/>
                </a:solidFill>
                <a:latin typeface="IBM Plex Sans KR"/>
                <a:ea typeface="IBM Plex Sans KR"/>
                <a:cs typeface="IBM Plex Sans KR"/>
              </a:rPr>
              <a:t>06 / 11</a:t>
            </a:r>
          </a:p>
        </p:txBody>
      </p:sp>
      <p:sp>
        <p:nvSpPr>
          <p:cNvPr id="30" name="Job 1">
            <a:extLst>
              <a:ext uri="{FF2B5EF4-FFF2-40B4-BE49-F238E27FC236}">
                <a16:creationId xmlns:a16="http://schemas.microsoft.com/office/drawing/2014/main" id="{82AB2725-3817-4B42-B33E-1D01534CA84B}"/>
              </a:ext>
            </a:extLst>
          </p:cNvPr>
          <p:cNvSpPr>
            <a:spLocks noGrp="1"/>
          </p:cNvSpPr>
          <p:nvPr/>
        </p:nvSpPr>
        <p:spPr>
          <a:xfrm>
            <a:off x="812800" y="1784350"/>
            <a:ext cx="3261668" cy="2165350"/>
          </a:xfrm>
          <a:prstGeom prst="roundRect">
            <a:avLst>
              <a:gd name="adj" fmla="val 3519"/>
            </a:avLst>
          </a:prstGeom>
          <a:solidFill>
            <a:srgbClr val="EFECE7"/>
          </a:solidFill>
          <a:effectLst>
            <a:outerShdw blurRad="76200" dist="25400" dir="5400000" algn="bl" rotWithShape="0">
              <a:srgbClr val="3E3833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1" name="Job 2">
            <a:extLst>
              <a:ext uri="{FF2B5EF4-FFF2-40B4-BE49-F238E27FC236}">
                <a16:creationId xmlns:a16="http://schemas.microsoft.com/office/drawing/2014/main" id="{C2C59085-8C4C-4AA2-B210-CC133AF13559}"/>
              </a:ext>
            </a:extLst>
          </p:cNvPr>
          <p:cNvSpPr>
            <a:spLocks noGrp="1"/>
          </p:cNvSpPr>
          <p:nvPr/>
        </p:nvSpPr>
        <p:spPr>
          <a:xfrm>
            <a:off x="812800" y="1784350"/>
            <a:ext cx="3261668" cy="2165350"/>
          </a:xfrm>
          <a:custGeom>
            <a:avLst/>
            <a:gdLst/>
            <a:ahLst/>
            <a:cxnLst/>
            <a:rect l="l" t="t" r="r" b="b"/>
            <a:pathLst>
              <a:path w="3261668" h="2165350">
                <a:moveTo>
                  <a:pt x="0" y="76200"/>
                </a:moveTo>
                <a:lnTo>
                  <a:pt x="0" y="76200"/>
                </a:lnTo>
                <a:arcTo wR="76200" hR="76200" stAng="10800000" swAng="5400000"/>
                <a:lnTo>
                  <a:pt x="3185468" y="0"/>
                </a:lnTo>
                <a:arcTo wR="76200" hR="76200" stAng="16200000" swAng="5400000"/>
                <a:lnTo>
                  <a:pt x="3261668" y="76200"/>
                </a:lnTo>
                <a:arcTo wR="76200" hR="38100" stAng="0" swAng="-5400000"/>
                <a:lnTo>
                  <a:pt x="76200" y="38100"/>
                </a:lnTo>
                <a:arcTo wR="76200" hR="38100" stAng="16200000" swAng="-5400000"/>
                <a:close/>
              </a:path>
            </a:pathLst>
          </a:custGeom>
          <a:solidFill>
            <a:srgbClr val="B8895A"/>
          </a:solidFill>
        </p:spPr>
        <p:txBody>
          <a:bodyPr/>
          <a:lstStyle/>
          <a:p>
            <a:endParaRPr/>
          </a:p>
        </p:txBody>
      </p:sp>
      <p:sp>
        <p:nvSpPr>
          <p:cNvPr id="32" name="Job 3">
            <a:extLst>
              <a:ext uri="{FF2B5EF4-FFF2-40B4-BE49-F238E27FC236}">
                <a16:creationId xmlns:a16="http://schemas.microsoft.com/office/drawing/2014/main" id="{81EF9A8A-1267-4D91-BA6F-64554F89DC7D}"/>
              </a:ext>
            </a:extLst>
          </p:cNvPr>
          <p:cNvSpPr>
            <a:spLocks noGrp="1"/>
          </p:cNvSpPr>
          <p:nvPr/>
        </p:nvSpPr>
        <p:spPr>
          <a:xfrm>
            <a:off x="1016000" y="2025650"/>
            <a:ext cx="2940926" cy="22096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defPPr algn="l">
              <a:defRPr sz="1100" b="1" i="0">
                <a:solidFill>
                  <a:srgbClr val="9A6F42"/>
                </a:solidFill>
                <a:latin typeface="IBM Plex Sans KR"/>
                <a:ea typeface="IBM Plex Sans KR"/>
                <a:cs typeface="IBM Plex Sans KR"/>
              </a:defRPr>
            </a:defPPr>
          </a:lstStyle>
          <a:p>
            <a:pPr algn="l">
              <a:defRPr sz="1100" b="1" i="0">
                <a:solidFill>
                  <a:srgbClr val="9A6F42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100" b="1" i="0" u="none">
                <a:solidFill>
                  <a:srgbClr val="9A6F42"/>
                </a:solidFill>
                <a:latin typeface="IBM Plex Sans KR"/>
                <a:ea typeface="IBM Plex Sans KR"/>
                <a:cs typeface="IBM Plex Sans KR"/>
              </a:rPr>
              <a:t>상황 · 여행 중</a:t>
            </a:r>
          </a:p>
        </p:txBody>
      </p:sp>
      <p:sp>
        <p:nvSpPr>
          <p:cNvPr id="33" name="Job 4">
            <a:extLst>
              <a:ext uri="{FF2B5EF4-FFF2-40B4-BE49-F238E27FC236}">
                <a16:creationId xmlns:a16="http://schemas.microsoft.com/office/drawing/2014/main" id="{E002467D-9361-4EF3-BC81-CF0009669785}"/>
              </a:ext>
            </a:extLst>
          </p:cNvPr>
          <p:cNvSpPr>
            <a:spLocks noGrp="1"/>
          </p:cNvSpPr>
          <p:nvPr/>
        </p:nvSpPr>
        <p:spPr>
          <a:xfrm>
            <a:off x="1016000" y="2310110"/>
            <a:ext cx="2940926" cy="65276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defPPr algn="l">
              <a:defRPr sz="1700" b="1" i="0">
                <a:solidFill>
                  <a:srgbClr val="3E3833"/>
                </a:solidFill>
                <a:latin typeface="Noto Serif KR"/>
                <a:ea typeface="Noto Serif KR"/>
                <a:cs typeface="Noto Serif KR"/>
              </a:defRPr>
            </a:defPPr>
          </a:lstStyle>
          <a:p>
            <a:pPr algn="l">
              <a:defRPr sz="1700" b="1" i="0">
                <a:solidFill>
                  <a:srgbClr val="3E3833"/>
                </a:solidFill>
                <a:latin typeface="Noto Serif KR"/>
                <a:ea typeface="Noto Serif KR"/>
                <a:cs typeface="Noto Serif KR"/>
              </a:defRPr>
            </a:pPr>
            <a:r>
              <a:rPr sz="1700" b="1" i="0" u="none">
                <a:solidFill>
                  <a:srgbClr val="3E3833"/>
                </a:solidFill>
                <a:latin typeface="Noto Serif KR"/>
                <a:ea typeface="Noto Serif KR"/>
                <a:cs typeface="Noto Serif KR"/>
              </a:rPr>
              <a:t>나는 더 둘러보고 싶은데</a:t>
            </a:r>
          </a:p>
          <a:p>
            <a:pPr algn="l">
              <a:defRPr sz="1700" b="1" i="0">
                <a:solidFill>
                  <a:srgbClr val="3E3833"/>
                </a:solidFill>
                <a:latin typeface="Noto Serif KR"/>
                <a:ea typeface="Noto Serif KR"/>
                <a:cs typeface="Noto Serif KR"/>
              </a:defRPr>
            </a:pPr>
            <a:r>
              <a:rPr sz="1700" b="1" i="0" u="none">
                <a:solidFill>
                  <a:srgbClr val="3E3833"/>
                </a:solidFill>
                <a:latin typeface="Noto Serif KR"/>
                <a:ea typeface="Noto Serif KR"/>
                <a:cs typeface="Noto Serif KR"/>
              </a:rPr>
              <a:t>친구는 지쳐서 쉬고 싶을 때</a:t>
            </a:r>
          </a:p>
        </p:txBody>
      </p:sp>
      <p:sp>
        <p:nvSpPr>
          <p:cNvPr id="34" name="Job 5">
            <a:extLst>
              <a:ext uri="{FF2B5EF4-FFF2-40B4-BE49-F238E27FC236}">
                <a16:creationId xmlns:a16="http://schemas.microsoft.com/office/drawing/2014/main" id="{E0A9A732-1DA7-4837-AE2E-5E5699B3D119}"/>
              </a:ext>
            </a:extLst>
          </p:cNvPr>
          <p:cNvSpPr>
            <a:spLocks noGrp="1"/>
          </p:cNvSpPr>
          <p:nvPr/>
        </p:nvSpPr>
        <p:spPr>
          <a:xfrm>
            <a:off x="1016000" y="3572470"/>
            <a:ext cx="2940926" cy="22096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defPPr algn="l">
              <a:defRPr sz="1100" b="0" i="0">
                <a:solidFill>
                  <a:srgbClr val="A39B92"/>
                </a:solidFill>
                <a:latin typeface="IBM Plex Sans KR"/>
                <a:ea typeface="IBM Plex Sans KR"/>
                <a:cs typeface="IBM Plex Sans KR"/>
              </a:defRPr>
            </a:defPPr>
          </a:lstStyle>
          <a:p>
            <a:pPr algn="l">
              <a:defRPr sz="1100" b="0" i="0">
                <a:solidFill>
                  <a:srgbClr val="A39B92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100" b="0" i="0" u="none">
                <a:solidFill>
                  <a:srgbClr val="A39B92"/>
                </a:solidFill>
                <a:latin typeface="IBM Plex Sans KR"/>
                <a:ea typeface="IBM Plex Sans KR"/>
                <a:cs typeface="IBM Plex Sans KR"/>
              </a:rPr>
              <a:t>로그 1 · 9</a:t>
            </a:r>
          </a:p>
        </p:txBody>
      </p:sp>
      <p:sp>
        <p:nvSpPr>
          <p:cNvPr id="35" name="Job 6">
            <a:extLst>
              <a:ext uri="{FF2B5EF4-FFF2-40B4-BE49-F238E27FC236}">
                <a16:creationId xmlns:a16="http://schemas.microsoft.com/office/drawing/2014/main" id="{9CC01CA7-CDAF-43C2-B07A-7AAC572CB521}"/>
              </a:ext>
            </a:extLst>
          </p:cNvPr>
          <p:cNvSpPr>
            <a:spLocks noGrp="1"/>
          </p:cNvSpPr>
          <p:nvPr/>
        </p:nvSpPr>
        <p:spPr>
          <a:xfrm>
            <a:off x="4465141" y="1784350"/>
            <a:ext cx="3261717" cy="2165350"/>
          </a:xfrm>
          <a:prstGeom prst="roundRect">
            <a:avLst>
              <a:gd name="adj" fmla="val 3519"/>
            </a:avLst>
          </a:prstGeom>
          <a:solidFill>
            <a:srgbClr val="EFECE7"/>
          </a:solidFill>
          <a:effectLst>
            <a:outerShdw blurRad="76200" dist="25400" dir="5400000" algn="bl" rotWithShape="0">
              <a:srgbClr val="3E3833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6" name="Job 7">
            <a:extLst>
              <a:ext uri="{FF2B5EF4-FFF2-40B4-BE49-F238E27FC236}">
                <a16:creationId xmlns:a16="http://schemas.microsoft.com/office/drawing/2014/main" id="{12D40588-1BEC-47D1-BF49-845B6D9C1B10}"/>
              </a:ext>
            </a:extLst>
          </p:cNvPr>
          <p:cNvSpPr>
            <a:spLocks noGrp="1"/>
          </p:cNvSpPr>
          <p:nvPr/>
        </p:nvSpPr>
        <p:spPr>
          <a:xfrm>
            <a:off x="4465141" y="1784350"/>
            <a:ext cx="3261717" cy="2165350"/>
          </a:xfrm>
          <a:custGeom>
            <a:avLst/>
            <a:gdLst/>
            <a:ahLst/>
            <a:cxnLst/>
            <a:rect l="l" t="t" r="r" b="b"/>
            <a:pathLst>
              <a:path w="3261717" h="2165350">
                <a:moveTo>
                  <a:pt x="0" y="76200"/>
                </a:moveTo>
                <a:lnTo>
                  <a:pt x="0" y="76200"/>
                </a:lnTo>
                <a:arcTo wR="76200" hR="76200" stAng="10800000" swAng="5400000"/>
                <a:lnTo>
                  <a:pt x="3185517" y="0"/>
                </a:lnTo>
                <a:arcTo wR="76200" hR="76200" stAng="16200000" swAng="5400000"/>
                <a:lnTo>
                  <a:pt x="3261717" y="76200"/>
                </a:lnTo>
                <a:arcTo wR="76200" hR="38100" stAng="0" swAng="-5400000"/>
                <a:lnTo>
                  <a:pt x="76200" y="38100"/>
                </a:lnTo>
                <a:arcTo wR="76200" hR="38100" stAng="16200000" swAng="-5400000"/>
                <a:close/>
              </a:path>
            </a:pathLst>
          </a:custGeom>
          <a:solidFill>
            <a:srgbClr val="B8895A"/>
          </a:solidFill>
        </p:spPr>
        <p:txBody>
          <a:bodyPr/>
          <a:lstStyle/>
          <a:p>
            <a:endParaRPr/>
          </a:p>
        </p:txBody>
      </p:sp>
      <p:sp>
        <p:nvSpPr>
          <p:cNvPr id="37" name="Job 8">
            <a:extLst>
              <a:ext uri="{FF2B5EF4-FFF2-40B4-BE49-F238E27FC236}">
                <a16:creationId xmlns:a16="http://schemas.microsoft.com/office/drawing/2014/main" id="{66E1BD7E-BCF0-409C-946C-79BF0F45CA56}"/>
              </a:ext>
            </a:extLst>
          </p:cNvPr>
          <p:cNvSpPr>
            <a:spLocks noGrp="1"/>
          </p:cNvSpPr>
          <p:nvPr/>
        </p:nvSpPr>
        <p:spPr>
          <a:xfrm>
            <a:off x="4668341" y="2025650"/>
            <a:ext cx="2940977" cy="22096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defPPr algn="l">
              <a:defRPr sz="1100" b="1" i="0">
                <a:solidFill>
                  <a:srgbClr val="9A6F42"/>
                </a:solidFill>
                <a:latin typeface="IBM Plex Sans KR"/>
                <a:ea typeface="IBM Plex Sans KR"/>
                <a:cs typeface="IBM Plex Sans KR"/>
              </a:defRPr>
            </a:defPPr>
          </a:lstStyle>
          <a:p>
            <a:pPr algn="l">
              <a:defRPr sz="1100" b="1" i="0">
                <a:solidFill>
                  <a:srgbClr val="9A6F42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100" b="1" i="0" u="none">
                <a:solidFill>
                  <a:srgbClr val="9A6F42"/>
                </a:solidFill>
                <a:latin typeface="IBM Plex Sans KR"/>
                <a:ea typeface="IBM Plex Sans KR"/>
                <a:cs typeface="IBM Plex Sans KR"/>
              </a:rPr>
              <a:t>하고 싶은 일</a:t>
            </a:r>
          </a:p>
        </p:txBody>
      </p:sp>
      <p:sp>
        <p:nvSpPr>
          <p:cNvPr id="38" name="Job 9">
            <a:extLst>
              <a:ext uri="{FF2B5EF4-FFF2-40B4-BE49-F238E27FC236}">
                <a16:creationId xmlns:a16="http://schemas.microsoft.com/office/drawing/2014/main" id="{81FD3C44-0A93-4D9A-936E-6835903A2BD9}"/>
              </a:ext>
            </a:extLst>
          </p:cNvPr>
          <p:cNvSpPr>
            <a:spLocks noGrp="1"/>
          </p:cNvSpPr>
          <p:nvPr/>
        </p:nvSpPr>
        <p:spPr>
          <a:xfrm>
            <a:off x="4672584" y="2310110"/>
            <a:ext cx="2940926" cy="65276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defPPr algn="l">
              <a:defRPr sz="1700" b="1" i="0">
                <a:solidFill>
                  <a:srgbClr val="3E3833"/>
                </a:solidFill>
                <a:latin typeface="Noto Serif KR"/>
                <a:ea typeface="Noto Serif KR"/>
                <a:cs typeface="Noto Serif KR"/>
              </a:defRPr>
            </a:defPPr>
          </a:lstStyle>
          <a:p>
            <a:pPr algn="l">
              <a:defRPr sz="1700" b="1" i="0">
                <a:solidFill>
                  <a:srgbClr val="3E3833"/>
                </a:solidFill>
                <a:latin typeface="Noto Serif KR"/>
                <a:ea typeface="Noto Serif KR"/>
                <a:cs typeface="Noto Serif KR"/>
              </a:defRPr>
            </a:pPr>
            <a:r>
              <a:rPr sz="1700" b="1" i="0" u="none">
                <a:solidFill>
                  <a:srgbClr val="3E3833"/>
                </a:solidFill>
                <a:latin typeface="Noto Serif KR"/>
                <a:ea typeface="Noto Serif KR"/>
                <a:cs typeface="Noto Serif KR"/>
              </a:rPr>
              <a:t>서로 중요한 것을 확인하고</a:t>
            </a:r>
          </a:p>
          <a:p>
            <a:pPr algn="l">
              <a:defRPr sz="1700" b="1" i="0">
                <a:solidFill>
                  <a:srgbClr val="3E3833"/>
                </a:solidFill>
                <a:latin typeface="Noto Serif KR"/>
                <a:ea typeface="Noto Serif KR"/>
                <a:cs typeface="Noto Serif KR"/>
              </a:defRPr>
            </a:pPr>
            <a:r>
              <a:rPr sz="1700" b="1" i="0" u="none">
                <a:solidFill>
                  <a:srgbClr val="3E3833"/>
                </a:solidFill>
                <a:latin typeface="Noto Serif KR"/>
                <a:ea typeface="Noto Serif KR"/>
                <a:cs typeface="Noto Serif KR"/>
              </a:rPr>
              <a:t>남은 일정을 조정하고 싶다</a:t>
            </a:r>
          </a:p>
        </p:txBody>
      </p:sp>
      <p:sp>
        <p:nvSpPr>
          <p:cNvPr id="39" name="Job 10">
            <a:extLst>
              <a:ext uri="{FF2B5EF4-FFF2-40B4-BE49-F238E27FC236}">
                <a16:creationId xmlns:a16="http://schemas.microsoft.com/office/drawing/2014/main" id="{B5FDEF6E-2162-43C7-A05F-0AE26B210FF2}"/>
              </a:ext>
            </a:extLst>
          </p:cNvPr>
          <p:cNvSpPr>
            <a:spLocks noGrp="1"/>
          </p:cNvSpPr>
          <p:nvPr/>
        </p:nvSpPr>
        <p:spPr>
          <a:xfrm>
            <a:off x="4668298" y="3026378"/>
            <a:ext cx="2940939" cy="51435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defPPr algn="l">
              <a:defRPr sz="1250" b="0" i="0">
                <a:solidFill>
                  <a:srgbClr val="5E5750"/>
                </a:solidFill>
                <a:latin typeface="IBM Plex Sans KR"/>
                <a:ea typeface="IBM Plex Sans KR"/>
                <a:cs typeface="IBM Plex Sans KR"/>
              </a:defRPr>
            </a:defPPr>
          </a:lstStyle>
          <a:p>
            <a:pPr algn="l">
              <a:defRPr sz="1250" b="0" i="0">
                <a:solidFill>
                  <a:srgbClr val="5E5750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250" b="0" i="0" u="none">
                <a:solidFill>
                  <a:srgbClr val="5E5750"/>
                </a:solidFill>
                <a:latin typeface="IBM Plex Sans KR"/>
                <a:ea typeface="IBM Plex Sans KR"/>
                <a:cs typeface="IBM Plex Sans KR"/>
              </a:rPr>
              <a:t>아쉬움을 쌓아 두거나</a:t>
            </a:r>
          </a:p>
          <a:p>
            <a:pPr algn="l">
              <a:defRPr sz="1250" b="0" i="0">
                <a:solidFill>
                  <a:srgbClr val="5E5750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250" b="0" i="0" u="none">
                <a:solidFill>
                  <a:srgbClr val="5E5750"/>
                </a:solidFill>
                <a:latin typeface="IBM Plex Sans KR"/>
                <a:ea typeface="IBM Plex Sans KR"/>
                <a:cs typeface="IBM Plex Sans KR"/>
              </a:rPr>
              <a:t>분위기 깨는 사람으로 보이기는 싫다</a:t>
            </a:r>
          </a:p>
        </p:txBody>
      </p:sp>
      <p:sp>
        <p:nvSpPr>
          <p:cNvPr id="40" name="Job 11">
            <a:extLst>
              <a:ext uri="{FF2B5EF4-FFF2-40B4-BE49-F238E27FC236}">
                <a16:creationId xmlns:a16="http://schemas.microsoft.com/office/drawing/2014/main" id="{32291355-36F1-4079-A1E5-36952AFD403A}"/>
              </a:ext>
            </a:extLst>
          </p:cNvPr>
          <p:cNvSpPr>
            <a:spLocks noGrp="1"/>
          </p:cNvSpPr>
          <p:nvPr/>
        </p:nvSpPr>
        <p:spPr>
          <a:xfrm>
            <a:off x="4668298" y="3572447"/>
            <a:ext cx="2940939" cy="22098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defPPr algn="l">
              <a:defRPr sz="1200" b="0" i="0">
                <a:solidFill>
                  <a:srgbClr val="A39B92"/>
                </a:solidFill>
                <a:latin typeface="IBM Plex Sans KR"/>
                <a:ea typeface="IBM Plex Sans KR"/>
                <a:cs typeface="IBM Plex Sans KR"/>
              </a:defRPr>
            </a:defPPr>
          </a:lstStyle>
          <a:p>
            <a:pPr algn="l">
              <a:defRPr sz="1200" b="0" i="0">
                <a:solidFill>
                  <a:srgbClr val="A39B92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200" b="0" i="0" u="none">
                <a:solidFill>
                  <a:srgbClr val="A39B92"/>
                </a:solidFill>
                <a:latin typeface="IBM Plex Sans KR"/>
                <a:ea typeface="IBM Plex Sans KR"/>
                <a:cs typeface="IBM Plex Sans KR"/>
              </a:rPr>
              <a:t>로그 1 · 9</a:t>
            </a:r>
          </a:p>
        </p:txBody>
      </p:sp>
      <p:sp>
        <p:nvSpPr>
          <p:cNvPr id="41" name="Job 12">
            <a:extLst>
              <a:ext uri="{FF2B5EF4-FFF2-40B4-BE49-F238E27FC236}">
                <a16:creationId xmlns:a16="http://schemas.microsoft.com/office/drawing/2014/main" id="{1279BFBC-C361-44F5-8954-832173B64C09}"/>
              </a:ext>
            </a:extLst>
          </p:cNvPr>
          <p:cNvSpPr>
            <a:spLocks noGrp="1"/>
          </p:cNvSpPr>
          <p:nvPr/>
        </p:nvSpPr>
        <p:spPr>
          <a:xfrm>
            <a:off x="8117532" y="1784350"/>
            <a:ext cx="3261668" cy="2165350"/>
          </a:xfrm>
          <a:prstGeom prst="roundRect">
            <a:avLst>
              <a:gd name="adj" fmla="val 3519"/>
            </a:avLst>
          </a:prstGeom>
          <a:solidFill>
            <a:srgbClr val="57504A"/>
          </a:solidFill>
          <a:effectLst>
            <a:outerShdw blurRad="76200" dist="25400" dir="5400000" algn="bl" rotWithShape="0">
              <a:srgbClr val="3E3833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42" name="Job 13">
            <a:extLst>
              <a:ext uri="{FF2B5EF4-FFF2-40B4-BE49-F238E27FC236}">
                <a16:creationId xmlns:a16="http://schemas.microsoft.com/office/drawing/2014/main" id="{3CF50914-CBEB-4931-8F32-A2ABBD770AA1}"/>
              </a:ext>
            </a:extLst>
          </p:cNvPr>
          <p:cNvSpPr>
            <a:spLocks noGrp="1"/>
          </p:cNvSpPr>
          <p:nvPr/>
        </p:nvSpPr>
        <p:spPr>
          <a:xfrm>
            <a:off x="8117532" y="1784350"/>
            <a:ext cx="3261668" cy="2165350"/>
          </a:xfrm>
          <a:custGeom>
            <a:avLst/>
            <a:gdLst/>
            <a:ahLst/>
            <a:cxnLst/>
            <a:rect l="l" t="t" r="r" b="b"/>
            <a:pathLst>
              <a:path w="3261668" h="2165350">
                <a:moveTo>
                  <a:pt x="0" y="76200"/>
                </a:moveTo>
                <a:lnTo>
                  <a:pt x="0" y="76200"/>
                </a:lnTo>
                <a:arcTo wR="76200" hR="76200" stAng="10800000" swAng="5400000"/>
                <a:lnTo>
                  <a:pt x="3185468" y="0"/>
                </a:lnTo>
                <a:arcTo wR="76200" hR="76200" stAng="16200000" swAng="5400000"/>
                <a:lnTo>
                  <a:pt x="3261668" y="76200"/>
                </a:lnTo>
                <a:arcTo wR="76200" hR="38100" stAng="0" swAng="-5400000"/>
                <a:lnTo>
                  <a:pt x="76200" y="38100"/>
                </a:lnTo>
                <a:arcTo wR="76200" hR="38100" stAng="16200000" swAng="-5400000"/>
                <a:close/>
              </a:path>
            </a:pathLst>
          </a:custGeom>
          <a:solidFill>
            <a:srgbClr val="D9B48A"/>
          </a:solidFill>
        </p:spPr>
        <p:txBody>
          <a:bodyPr/>
          <a:lstStyle/>
          <a:p>
            <a:endParaRPr/>
          </a:p>
        </p:txBody>
      </p:sp>
      <p:sp>
        <p:nvSpPr>
          <p:cNvPr id="43" name="Job 14">
            <a:extLst>
              <a:ext uri="{FF2B5EF4-FFF2-40B4-BE49-F238E27FC236}">
                <a16:creationId xmlns:a16="http://schemas.microsoft.com/office/drawing/2014/main" id="{2D47DAE8-F6B7-473F-86DE-F07F963BF1E0}"/>
              </a:ext>
            </a:extLst>
          </p:cNvPr>
          <p:cNvSpPr>
            <a:spLocks noGrp="1"/>
          </p:cNvSpPr>
          <p:nvPr/>
        </p:nvSpPr>
        <p:spPr>
          <a:xfrm>
            <a:off x="8320732" y="2025650"/>
            <a:ext cx="2940926" cy="22096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defPPr algn="l">
              <a:defRPr sz="1100" b="1" i="0">
                <a:solidFill>
                  <a:srgbClr val="D9B48A"/>
                </a:solidFill>
                <a:latin typeface="IBM Plex Sans KR"/>
                <a:ea typeface="IBM Plex Sans KR"/>
                <a:cs typeface="IBM Plex Sans KR"/>
              </a:defRPr>
            </a:defPPr>
          </a:lstStyle>
          <a:p>
            <a:pPr algn="l">
              <a:defRPr sz="1100" b="1" i="0">
                <a:solidFill>
                  <a:srgbClr val="D9B48A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100" b="1" i="0" u="none">
                <a:solidFill>
                  <a:srgbClr val="D9B48A"/>
                </a:solidFill>
                <a:latin typeface="IBM Plex Sans KR"/>
                <a:ea typeface="IBM Plex Sans KR"/>
                <a:cs typeface="IBM Plex Sans KR"/>
              </a:rPr>
              <a:t>기대 결과</a:t>
            </a:r>
          </a:p>
        </p:txBody>
      </p:sp>
      <p:sp>
        <p:nvSpPr>
          <p:cNvPr id="44" name="Job 15">
            <a:extLst>
              <a:ext uri="{FF2B5EF4-FFF2-40B4-BE49-F238E27FC236}">
                <a16:creationId xmlns:a16="http://schemas.microsoft.com/office/drawing/2014/main" id="{5567CCFC-9E3F-4D59-AE02-91610C671327}"/>
              </a:ext>
            </a:extLst>
          </p:cNvPr>
          <p:cNvSpPr>
            <a:spLocks noGrp="1"/>
          </p:cNvSpPr>
          <p:nvPr/>
        </p:nvSpPr>
        <p:spPr>
          <a:xfrm>
            <a:off x="8320732" y="2310110"/>
            <a:ext cx="2940926" cy="9791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defPPr algn="l">
              <a:defRPr sz="1700" b="1" i="0">
                <a:solidFill>
                  <a:srgbClr val="F7F5F1"/>
                </a:solidFill>
                <a:latin typeface="Noto Serif KR"/>
                <a:ea typeface="Noto Serif KR"/>
                <a:cs typeface="Noto Serif KR"/>
              </a:defRPr>
            </a:defPPr>
          </a:lstStyle>
          <a:p>
            <a:pPr algn="l">
              <a:defRPr sz="1700" b="1" i="0">
                <a:solidFill>
                  <a:srgbClr val="F7F5F1"/>
                </a:solidFill>
                <a:latin typeface="Noto Serif KR"/>
                <a:ea typeface="Noto Serif KR"/>
                <a:cs typeface="Noto Serif KR"/>
              </a:defRPr>
            </a:pPr>
            <a:r>
              <a:rPr sz="1700" b="1" i="0" u="none">
                <a:solidFill>
                  <a:srgbClr val="F7F5F1"/>
                </a:solidFill>
                <a:latin typeface="Noto Serif KR"/>
                <a:ea typeface="Noto Serif KR"/>
                <a:cs typeface="Noto Serif KR"/>
              </a:rPr>
              <a:t>한쪽이 억지로 따라다니거나</a:t>
            </a:r>
          </a:p>
          <a:p>
            <a:pPr algn="l">
              <a:defRPr sz="1700" b="1" i="0">
                <a:solidFill>
                  <a:srgbClr val="F7F5F1"/>
                </a:solidFill>
                <a:latin typeface="Noto Serif KR"/>
                <a:ea typeface="Noto Serif KR"/>
                <a:cs typeface="Noto Serif KR"/>
              </a:defRPr>
            </a:pPr>
            <a:r>
              <a:rPr sz="1700" b="1" i="0" u="none">
                <a:solidFill>
                  <a:srgbClr val="F7F5F1"/>
                </a:solidFill>
                <a:latin typeface="Noto Serif KR"/>
                <a:ea typeface="Noto Serif KR"/>
                <a:cs typeface="Noto Serif KR"/>
              </a:rPr>
              <a:t>원하는 활동을 전부</a:t>
            </a:r>
          </a:p>
          <a:p>
            <a:pPr algn="l">
              <a:defRPr sz="1700" b="1" i="0">
                <a:solidFill>
                  <a:srgbClr val="F7F5F1"/>
                </a:solidFill>
                <a:latin typeface="Noto Serif KR"/>
                <a:ea typeface="Noto Serif KR"/>
                <a:cs typeface="Noto Serif KR"/>
              </a:defRPr>
            </a:pPr>
            <a:r>
              <a:rPr sz="1700" b="1" i="0" u="none">
                <a:solidFill>
                  <a:srgbClr val="F7F5F1"/>
                </a:solidFill>
                <a:latin typeface="Noto Serif KR"/>
                <a:ea typeface="Noto Serif KR"/>
                <a:cs typeface="Noto Serif KR"/>
              </a:rPr>
              <a:t>포기하지 않도록</a:t>
            </a:r>
          </a:p>
        </p:txBody>
      </p:sp>
      <p:sp>
        <p:nvSpPr>
          <p:cNvPr id="45" name="Job 16">
            <a:extLst>
              <a:ext uri="{FF2B5EF4-FFF2-40B4-BE49-F238E27FC236}">
                <a16:creationId xmlns:a16="http://schemas.microsoft.com/office/drawing/2014/main" id="{05DE452A-E6EC-47C3-AEF5-6BC6D5888597}"/>
              </a:ext>
            </a:extLst>
          </p:cNvPr>
          <p:cNvSpPr>
            <a:spLocks noGrp="1"/>
          </p:cNvSpPr>
          <p:nvPr/>
        </p:nvSpPr>
        <p:spPr>
          <a:xfrm>
            <a:off x="8320732" y="3572470"/>
            <a:ext cx="2940926" cy="22096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defPPr algn="l">
              <a:defRPr sz="1100" b="0" i="0">
                <a:solidFill>
                  <a:srgbClr val="B5ABA0"/>
                </a:solidFill>
                <a:latin typeface="IBM Plex Sans KR"/>
                <a:ea typeface="IBM Plex Sans KR"/>
                <a:cs typeface="IBM Plex Sans KR"/>
              </a:defRPr>
            </a:defPPr>
          </a:lstStyle>
          <a:p>
            <a:pPr algn="l">
              <a:defRPr sz="1100" b="0" i="0">
                <a:solidFill>
                  <a:srgbClr val="B5ABA0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100" b="0" i="0" u="none">
                <a:solidFill>
                  <a:srgbClr val="B5ABA0"/>
                </a:solidFill>
                <a:latin typeface="IBM Plex Sans KR"/>
                <a:ea typeface="IBM Plex Sans KR"/>
                <a:cs typeface="IBM Plex Sans KR"/>
              </a:rPr>
              <a:t>로그 1 · 2 · 6 · 9</a:t>
            </a:r>
          </a:p>
        </p:txBody>
      </p:sp>
      <p:sp>
        <p:nvSpPr>
          <p:cNvPr id="46" name="Job 17">
            <a:extLst>
              <a:ext uri="{FF2B5EF4-FFF2-40B4-BE49-F238E27FC236}">
                <a16:creationId xmlns:a16="http://schemas.microsoft.com/office/drawing/2014/main" id="{BA7BA464-5740-4ACF-987B-98B7CEA1E84B}"/>
              </a:ext>
            </a:extLst>
          </p:cNvPr>
          <p:cNvSpPr>
            <a:spLocks noGrp="1"/>
          </p:cNvSpPr>
          <p:nvPr/>
        </p:nvSpPr>
        <p:spPr>
          <a:xfrm>
            <a:off x="4176068" y="2706985"/>
            <a:ext cx="238274" cy="34543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defPPr algn="l">
              <a:defRPr sz="1800" b="0" i="0">
                <a:solidFill>
                  <a:srgbClr val="C9A57E"/>
                </a:solidFill>
                <a:latin typeface="IBM Plex Sans KR"/>
                <a:ea typeface="IBM Plex Sans KR"/>
                <a:cs typeface="IBM Plex Sans KR"/>
              </a:defRPr>
            </a:defPPr>
          </a:lstStyle>
          <a:p>
            <a:r>
              <a:rPr sz="1800" b="0" i="0" u="none">
                <a:solidFill>
                  <a:srgbClr val="C9A57E"/>
                </a:solidFill>
                <a:latin typeface="IBM Plex Sans KR"/>
                <a:ea typeface="IBM Plex Sans KR"/>
                <a:cs typeface="IBM Plex Sans KR"/>
              </a:rPr>
              <a:t>→</a:t>
            </a:r>
          </a:p>
        </p:txBody>
      </p:sp>
      <p:sp>
        <p:nvSpPr>
          <p:cNvPr id="47" name="Job 18">
            <a:extLst>
              <a:ext uri="{FF2B5EF4-FFF2-40B4-BE49-F238E27FC236}">
                <a16:creationId xmlns:a16="http://schemas.microsoft.com/office/drawing/2014/main" id="{1184DC72-C143-45B9-9BBE-F1607593CDFD}"/>
              </a:ext>
            </a:extLst>
          </p:cNvPr>
          <p:cNvSpPr>
            <a:spLocks noGrp="1"/>
          </p:cNvSpPr>
          <p:nvPr/>
        </p:nvSpPr>
        <p:spPr>
          <a:xfrm>
            <a:off x="7828459" y="2706985"/>
            <a:ext cx="238274" cy="34543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defPPr algn="l">
              <a:defRPr sz="1800" b="0" i="0">
                <a:solidFill>
                  <a:srgbClr val="C9A57E"/>
                </a:solidFill>
                <a:latin typeface="IBM Plex Sans KR"/>
                <a:ea typeface="IBM Plex Sans KR"/>
                <a:cs typeface="IBM Plex Sans KR"/>
              </a:defRPr>
            </a:defPPr>
          </a:lstStyle>
          <a:p>
            <a:r>
              <a:rPr sz="1800" b="0" i="0" u="none">
                <a:solidFill>
                  <a:srgbClr val="C9A57E"/>
                </a:solidFill>
                <a:latin typeface="IBM Plex Sans KR"/>
                <a:ea typeface="IBM Plex Sans KR"/>
                <a:cs typeface="IBM Plex Sans KR"/>
              </a:rPr>
              <a:t>→</a:t>
            </a:r>
          </a:p>
        </p:txBody>
      </p:sp>
      <p:sp>
        <p:nvSpPr>
          <p:cNvPr id="48" name="Job 19">
            <a:extLst>
              <a:ext uri="{FF2B5EF4-FFF2-40B4-BE49-F238E27FC236}">
                <a16:creationId xmlns:a16="http://schemas.microsoft.com/office/drawing/2014/main" id="{0E0BD51E-1307-41AA-883D-4D6D362B48A3}"/>
              </a:ext>
            </a:extLst>
          </p:cNvPr>
          <p:cNvSpPr>
            <a:spLocks noGrp="1"/>
          </p:cNvSpPr>
          <p:nvPr/>
        </p:nvSpPr>
        <p:spPr>
          <a:xfrm>
            <a:off x="812800" y="4171950"/>
            <a:ext cx="10566400" cy="1270000"/>
          </a:xfrm>
          <a:prstGeom prst="roundRect">
            <a:avLst>
              <a:gd name="adj" fmla="val 6000"/>
            </a:avLst>
          </a:prstGeom>
          <a:solidFill>
            <a:srgbClr val="57504A"/>
          </a:solidFill>
          <a:effectLst>
            <a:outerShdw blurRad="76200" dist="25400" dir="5400000" algn="bl" rotWithShape="0">
              <a:srgbClr val="3E3833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49" name="Job 20">
            <a:extLst>
              <a:ext uri="{FF2B5EF4-FFF2-40B4-BE49-F238E27FC236}">
                <a16:creationId xmlns:a16="http://schemas.microsoft.com/office/drawing/2014/main" id="{70409F9F-4E42-4D30-B2E7-9511A09BC391}"/>
              </a:ext>
            </a:extLst>
          </p:cNvPr>
          <p:cNvSpPr>
            <a:spLocks noGrp="1"/>
          </p:cNvSpPr>
          <p:nvPr/>
        </p:nvSpPr>
        <p:spPr>
          <a:xfrm>
            <a:off x="1168432" y="4505992"/>
            <a:ext cx="8096250" cy="22098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defPPr algn="l">
              <a:defRPr sz="1275" b="0" i="0">
                <a:solidFill>
                  <a:srgbClr val="D9B48A"/>
                </a:solidFill>
                <a:latin typeface="IBM Plex Sans KR"/>
                <a:ea typeface="IBM Plex Sans KR"/>
                <a:cs typeface="IBM Plex Sans KR"/>
              </a:defRPr>
            </a:defPPr>
          </a:lstStyle>
          <a:p>
            <a:pPr algn="l">
              <a:defRPr sz="1275" b="0" i="0">
                <a:solidFill>
                  <a:srgbClr val="D9B48A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275" b="0" i="0" u="none">
                <a:solidFill>
                  <a:srgbClr val="D9B48A"/>
                </a:solidFill>
                <a:latin typeface="IBM Plex Sans KR"/>
                <a:ea typeface="IBM Plex Sans KR"/>
                <a:cs typeface="IBM Plex Sans KR"/>
              </a:rPr>
              <a:t>가설</a:t>
            </a:r>
          </a:p>
        </p:txBody>
      </p:sp>
      <p:sp>
        <p:nvSpPr>
          <p:cNvPr id="50" name="Job 21">
            <a:extLst>
              <a:ext uri="{FF2B5EF4-FFF2-40B4-BE49-F238E27FC236}">
                <a16:creationId xmlns:a16="http://schemas.microsoft.com/office/drawing/2014/main" id="{8BF60F68-C048-4749-8DB2-720E27359013}"/>
              </a:ext>
            </a:extLst>
          </p:cNvPr>
          <p:cNvSpPr>
            <a:spLocks noGrp="1"/>
          </p:cNvSpPr>
          <p:nvPr/>
        </p:nvSpPr>
        <p:spPr>
          <a:xfrm>
            <a:off x="1168432" y="4752308"/>
            <a:ext cx="9334500" cy="381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defPPr algn="l">
              <a:defRPr sz="2100" b="1" i="0">
                <a:solidFill>
                  <a:srgbClr val="F7F5F1"/>
                </a:solidFill>
                <a:latin typeface="Noto Serif KR"/>
                <a:ea typeface="Noto Serif KR"/>
                <a:cs typeface="Noto Serif KR"/>
              </a:defRPr>
            </a:defPPr>
          </a:lstStyle>
          <a:p>
            <a:pPr algn="l">
              <a:defRPr sz="2100" b="1" i="0">
                <a:solidFill>
                  <a:srgbClr val="F7F5F1"/>
                </a:solidFill>
                <a:latin typeface="Noto Serif KR"/>
                <a:ea typeface="Noto Serif KR"/>
                <a:cs typeface="Noto Serif KR"/>
              </a:defRPr>
            </a:pPr>
            <a:r>
              <a:rPr sz="2100" b="1" i="0" u="none">
                <a:solidFill>
                  <a:srgbClr val="F7F5F1"/>
                </a:solidFill>
                <a:latin typeface="Noto Serif KR"/>
                <a:ea typeface="Noto Serif KR"/>
                <a:cs typeface="Noto Serif KR"/>
              </a:rPr>
              <a:t>출발 전 같은 상황에 각자 답해 보면, 여행 중 조율이 쉬워질 것</a:t>
            </a:r>
          </a:p>
        </p:txBody>
      </p:sp>
    </p:spTree>
    <p:extLst>
      <p:ext uri="{BB962C8B-B14F-4D97-AF65-F5344CB8AC3E}">
        <p14:creationId xmlns:p14="http://schemas.microsoft.com/office/powerpoint/2010/main" val="16525611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96375D44-D302-4157-A25D-AAE9FD8EBE3D}"/>
              </a:ext>
            </a:extLst>
          </p:cNvPr>
          <p:cNvSpPr>
            <a:spLocks noGrp="1"/>
          </p:cNvSpPr>
          <p:nvPr/>
        </p:nvSpPr>
        <p:spPr>
          <a:xfrm>
            <a:off x="812800" y="812800"/>
            <a:ext cx="457200" cy="25400"/>
          </a:xfrm>
          <a:prstGeom prst="rect">
            <a:avLst/>
          </a:prstGeom>
          <a:solidFill>
            <a:srgbClr val="B8895A"/>
          </a:solidFill>
        </p:spPr>
        <p:txBody>
          <a:bodyPr/>
          <a:lstStyle/>
          <a:p>
            <a:endParaRPr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F2880AF5-26B0-48B9-9957-EACAB75C8A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00" y="1091793"/>
            <a:ext cx="10883392" cy="51306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91482"/>
          </a:bodyPr>
          <a:lstStyle>
            <a:defPPr algn="l">
              <a:defRPr sz="3200" b="1" i="0">
                <a:solidFill>
                  <a:srgbClr val="3E3833"/>
                </a:solidFill>
                <a:latin typeface="Noto Serif KR"/>
                <a:ea typeface="Noto Serif KR"/>
                <a:cs typeface="Noto Serif KR"/>
              </a:defRPr>
            </a:defPPr>
          </a:lstStyle>
          <a:p>
            <a:pPr algn="l">
              <a:defRPr sz="3200" b="1" i="0">
                <a:solidFill>
                  <a:srgbClr val="3E3833"/>
                </a:solidFill>
                <a:latin typeface="Noto Serif KR"/>
                <a:ea typeface="Noto Serif KR"/>
                <a:cs typeface="Noto Serif KR"/>
              </a:defRPr>
            </a:pPr>
            <a:r>
              <a:rPr sz="3200" b="1" i="0" u="none">
                <a:solidFill>
                  <a:srgbClr val="3E3833"/>
                </a:solidFill>
                <a:latin typeface="Noto Serif KR"/>
                <a:ea typeface="Noto Serif KR"/>
                <a:cs typeface="Noto Serif KR"/>
              </a:rPr>
              <a:t>미니 온톨로지</a:t>
            </a:r>
          </a:p>
        </p:txBody>
      </p:sp>
      <p:pic>
        <p:nvPicPr>
          <p:cNvPr id="4" name="Image 0">
            <a:extLst>
              <a:ext uri="{FF2B5EF4-FFF2-40B4-BE49-F238E27FC236}">
                <a16:creationId xmlns:a16="http://schemas.microsoft.com/office/drawing/2014/main" id="{59B828B7-6281-4367-8EA8-4BE88BFA1BE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413000" y="2070588"/>
            <a:ext cx="800100" cy="1282700"/>
          </a:xfrm>
          <a:prstGeom prst="rect">
            <a:avLst/>
          </a:prstGeom>
        </p:spPr>
      </p:pic>
      <p:pic>
        <p:nvPicPr>
          <p:cNvPr id="5" name="Image 1">
            <a:extLst>
              <a:ext uri="{FF2B5EF4-FFF2-40B4-BE49-F238E27FC236}">
                <a16:creationId xmlns:a16="http://schemas.microsoft.com/office/drawing/2014/main" id="{2F7697BD-620B-41E5-AC73-CF0F0B5E3AC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2413000" y="3505688"/>
            <a:ext cx="800100" cy="1282700"/>
          </a:xfrm>
          <a:prstGeom prst="rect">
            <a:avLst/>
          </a:prstGeom>
        </p:spPr>
      </p:pic>
      <p:pic>
        <p:nvPicPr>
          <p:cNvPr id="6" name="Image 2">
            <a:extLst>
              <a:ext uri="{FF2B5EF4-FFF2-40B4-BE49-F238E27FC236}">
                <a16:creationId xmlns:a16="http://schemas.microsoft.com/office/drawing/2014/main" id="{F1B88C47-A69E-448C-B521-6D2C8B70AD11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4762500" y="2070588"/>
            <a:ext cx="800100" cy="1282700"/>
          </a:xfrm>
          <a:prstGeom prst="rect">
            <a:avLst/>
          </a:prstGeom>
        </p:spPr>
      </p:pic>
      <p:pic>
        <p:nvPicPr>
          <p:cNvPr id="7" name="Image 3">
            <a:extLst>
              <a:ext uri="{FF2B5EF4-FFF2-40B4-BE49-F238E27FC236}">
                <a16:creationId xmlns:a16="http://schemas.microsoft.com/office/drawing/2014/main" id="{C6B0116B-9E7C-4071-85FC-A12E88728C8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762500" y="3505688"/>
            <a:ext cx="800100" cy="1282700"/>
          </a:xfrm>
          <a:prstGeom prst="rect">
            <a:avLst/>
          </a:prstGeom>
        </p:spPr>
      </p:pic>
      <p:pic>
        <p:nvPicPr>
          <p:cNvPr id="8" name="Image 4">
            <a:extLst>
              <a:ext uri="{FF2B5EF4-FFF2-40B4-BE49-F238E27FC236}">
                <a16:creationId xmlns:a16="http://schemas.microsoft.com/office/drawing/2014/main" id="{7C384FAD-104D-4303-953A-3B65CBCB5191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3937000" y="2375388"/>
            <a:ext cx="101600" cy="838200"/>
          </a:xfrm>
          <a:prstGeom prst="rect">
            <a:avLst/>
          </a:prstGeom>
        </p:spPr>
      </p:pic>
      <p:pic>
        <p:nvPicPr>
          <p:cNvPr id="9" name="Image 5">
            <a:extLst>
              <a:ext uri="{FF2B5EF4-FFF2-40B4-BE49-F238E27FC236}">
                <a16:creationId xmlns:a16="http://schemas.microsoft.com/office/drawing/2014/main" id="{BD1F07EF-413D-467A-BF22-8A3FAFBB6A92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6286500" y="2375388"/>
            <a:ext cx="101600" cy="2108200"/>
          </a:xfrm>
          <a:prstGeom prst="rect">
            <a:avLst/>
          </a:prstGeom>
        </p:spPr>
      </p:pic>
      <p:sp>
        <p:nvSpPr>
          <p:cNvPr id="10" name="Shape 2">
            <a:extLst>
              <a:ext uri="{FF2B5EF4-FFF2-40B4-BE49-F238E27FC236}">
                <a16:creationId xmlns:a16="http://schemas.microsoft.com/office/drawing/2014/main" id="{8DB71C88-AAC5-4469-B063-19E3E55EE262}"/>
              </a:ext>
            </a:extLst>
          </p:cNvPr>
          <p:cNvSpPr>
            <a:spLocks noGrp="1"/>
          </p:cNvSpPr>
          <p:nvPr/>
        </p:nvSpPr>
        <p:spPr>
          <a:xfrm>
            <a:off x="812800" y="1841988"/>
            <a:ext cx="1651000" cy="558800"/>
          </a:xfrm>
          <a:prstGeom prst="roundRect">
            <a:avLst>
              <a:gd name="adj" fmla="val 13636"/>
            </a:avLst>
          </a:prstGeom>
          <a:solidFill>
            <a:srgbClr val="EFECE7"/>
          </a:solidFill>
        </p:spPr>
        <p:txBody>
          <a:bodyPr/>
          <a:lstStyle/>
          <a:p>
            <a:endParaRPr/>
          </a:p>
        </p:txBody>
      </p:sp>
      <p:sp>
        <p:nvSpPr>
          <p:cNvPr id="11" name="Text 3">
            <a:extLst>
              <a:ext uri="{FF2B5EF4-FFF2-40B4-BE49-F238E27FC236}">
                <a16:creationId xmlns:a16="http://schemas.microsoft.com/office/drawing/2014/main" id="{96BF295E-A8B4-48F7-96DE-DC5C69904FDC}"/>
              </a:ext>
            </a:extLst>
          </p:cNvPr>
          <p:cNvSpPr>
            <a:spLocks noGrp="1"/>
          </p:cNvSpPr>
          <p:nvPr/>
        </p:nvSpPr>
        <p:spPr>
          <a:xfrm>
            <a:off x="1234380" y="1901718"/>
            <a:ext cx="807839" cy="2387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sz="1400" b="1">
                <a:solidFill>
                  <a:srgbClr val="3E3833"/>
                </a:solidFill>
                <a:latin typeface="IBM Plex Sans KR"/>
                <a:ea typeface="IBM Plex Sans KR"/>
                <a:cs typeface="IBM Plex Sans KR"/>
              </a:rPr>
              <a:t>Traveler</a:t>
            </a:r>
            <a:endParaRPr sz="1400"/>
          </a:p>
        </p:txBody>
      </p:sp>
      <p:sp>
        <p:nvSpPr>
          <p:cNvPr id="12" name="Text 4">
            <a:extLst>
              <a:ext uri="{FF2B5EF4-FFF2-40B4-BE49-F238E27FC236}">
                <a16:creationId xmlns:a16="http://schemas.microsoft.com/office/drawing/2014/main" id="{E00C9892-81E8-408A-96D0-C3F77A3ED415}"/>
              </a:ext>
            </a:extLst>
          </p:cNvPr>
          <p:cNvSpPr>
            <a:spLocks noGrp="1"/>
          </p:cNvSpPr>
          <p:nvPr/>
        </p:nvSpPr>
        <p:spPr>
          <a:xfrm>
            <a:off x="1144672" y="2127738"/>
            <a:ext cx="987207" cy="2387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sz="1200">
                <a:solidFill>
                  <a:srgbClr val="A39B92"/>
                </a:solidFill>
                <a:latin typeface="IBM Plex Sans KR"/>
                <a:ea typeface="IBM Plex Sans KR"/>
                <a:cs typeface="IBM Plex Sans KR"/>
              </a:rPr>
              <a:t>로그 1·2·6·9</a:t>
            </a:r>
            <a:endParaRPr sz="1200"/>
          </a:p>
        </p:txBody>
      </p:sp>
      <p:sp>
        <p:nvSpPr>
          <p:cNvPr id="13" name="Shape 5">
            <a:extLst>
              <a:ext uri="{FF2B5EF4-FFF2-40B4-BE49-F238E27FC236}">
                <a16:creationId xmlns:a16="http://schemas.microsoft.com/office/drawing/2014/main" id="{9AF09520-AC11-410C-8DA7-235BA3A0DCFC}"/>
              </a:ext>
            </a:extLst>
          </p:cNvPr>
          <p:cNvSpPr>
            <a:spLocks noGrp="1"/>
          </p:cNvSpPr>
          <p:nvPr/>
        </p:nvSpPr>
        <p:spPr>
          <a:xfrm>
            <a:off x="3162300" y="1841988"/>
            <a:ext cx="1651000" cy="558800"/>
          </a:xfrm>
          <a:prstGeom prst="roundRect">
            <a:avLst>
              <a:gd name="adj" fmla="val 13636"/>
            </a:avLst>
          </a:prstGeom>
          <a:solidFill>
            <a:srgbClr val="EFECE7"/>
          </a:solidFill>
        </p:spPr>
        <p:txBody>
          <a:bodyPr/>
          <a:lstStyle/>
          <a:p>
            <a:endParaRPr/>
          </a:p>
        </p:txBody>
      </p:sp>
      <p:sp>
        <p:nvSpPr>
          <p:cNvPr id="14" name="Text 6">
            <a:extLst>
              <a:ext uri="{FF2B5EF4-FFF2-40B4-BE49-F238E27FC236}">
                <a16:creationId xmlns:a16="http://schemas.microsoft.com/office/drawing/2014/main" id="{C375A8F6-C6E0-475F-9871-4BEA36BE5CBC}"/>
              </a:ext>
            </a:extLst>
          </p:cNvPr>
          <p:cNvSpPr>
            <a:spLocks noGrp="1"/>
          </p:cNvSpPr>
          <p:nvPr/>
        </p:nvSpPr>
        <p:spPr>
          <a:xfrm>
            <a:off x="3610853" y="1901718"/>
            <a:ext cx="753844" cy="2387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sz="1400" b="1">
                <a:solidFill>
                  <a:srgbClr val="3E3833"/>
                </a:solidFill>
                <a:latin typeface="IBM Plex Sans KR"/>
                <a:ea typeface="IBM Plex Sans KR"/>
                <a:cs typeface="IBM Plex Sans KR"/>
              </a:rPr>
              <a:t>Activity</a:t>
            </a:r>
            <a:endParaRPr sz="1400"/>
          </a:p>
        </p:txBody>
      </p:sp>
      <p:sp>
        <p:nvSpPr>
          <p:cNvPr id="15" name="Text 7">
            <a:extLst>
              <a:ext uri="{FF2B5EF4-FFF2-40B4-BE49-F238E27FC236}">
                <a16:creationId xmlns:a16="http://schemas.microsoft.com/office/drawing/2014/main" id="{41852C31-55C4-4FF6-B8E8-A4FBA6EB3AD5}"/>
              </a:ext>
            </a:extLst>
          </p:cNvPr>
          <p:cNvSpPr>
            <a:spLocks noGrp="1"/>
          </p:cNvSpPr>
          <p:nvPr/>
        </p:nvSpPr>
        <p:spPr>
          <a:xfrm>
            <a:off x="3409513" y="2127738"/>
            <a:ext cx="1156573" cy="2387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sz="1200">
                <a:solidFill>
                  <a:srgbClr val="A39B92"/>
                </a:solidFill>
                <a:latin typeface="IBM Plex Sans KR"/>
                <a:ea typeface="IBM Plex Sans KR"/>
                <a:cs typeface="IBM Plex Sans KR"/>
              </a:rPr>
              <a:t>로그 1·2·4·6·9</a:t>
            </a:r>
            <a:endParaRPr sz="1200"/>
          </a:p>
        </p:txBody>
      </p:sp>
      <p:sp>
        <p:nvSpPr>
          <p:cNvPr id="16" name="Shape 8">
            <a:extLst>
              <a:ext uri="{FF2B5EF4-FFF2-40B4-BE49-F238E27FC236}">
                <a16:creationId xmlns:a16="http://schemas.microsoft.com/office/drawing/2014/main" id="{1B55D258-E3EC-4AE0-AF03-57ADF23832AB}"/>
              </a:ext>
            </a:extLst>
          </p:cNvPr>
          <p:cNvSpPr>
            <a:spLocks noGrp="1"/>
          </p:cNvSpPr>
          <p:nvPr/>
        </p:nvSpPr>
        <p:spPr>
          <a:xfrm>
            <a:off x="5511800" y="1841988"/>
            <a:ext cx="1651000" cy="558800"/>
          </a:xfrm>
          <a:prstGeom prst="roundRect">
            <a:avLst>
              <a:gd name="adj" fmla="val 13636"/>
            </a:avLst>
          </a:prstGeom>
          <a:solidFill>
            <a:srgbClr val="EFECE7"/>
          </a:solidFill>
        </p:spPr>
        <p:txBody>
          <a:bodyPr/>
          <a:lstStyle/>
          <a:p>
            <a:endParaRPr/>
          </a:p>
        </p:txBody>
      </p:sp>
      <p:sp>
        <p:nvSpPr>
          <p:cNvPr id="17" name="Text 9">
            <a:extLst>
              <a:ext uri="{FF2B5EF4-FFF2-40B4-BE49-F238E27FC236}">
                <a16:creationId xmlns:a16="http://schemas.microsoft.com/office/drawing/2014/main" id="{6D5DA8B7-38A4-4A67-AC38-5DE6E871ADFE}"/>
              </a:ext>
            </a:extLst>
          </p:cNvPr>
          <p:cNvSpPr>
            <a:spLocks noGrp="1"/>
          </p:cNvSpPr>
          <p:nvPr/>
        </p:nvSpPr>
        <p:spPr>
          <a:xfrm>
            <a:off x="5562600" y="1909308"/>
            <a:ext cx="1549400" cy="22349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ctr">
              <a:lnSpc>
                <a:spcPts val="1560"/>
              </a:lnSpc>
              <a:buNone/>
            </a:pPr>
            <a:r>
              <a:rPr sz="1300" b="1">
                <a:solidFill>
                  <a:srgbClr val="3E3833"/>
                </a:solidFill>
                <a:latin typeface="IBM Plex Sans KR"/>
                <a:ea typeface="IBM Plex Sans KR"/>
                <a:cs typeface="IBM Plex Sans KR"/>
              </a:rPr>
              <a:t>AdjustmentOption</a:t>
            </a:r>
            <a:endParaRPr sz="1300"/>
          </a:p>
        </p:txBody>
      </p:sp>
      <p:sp>
        <p:nvSpPr>
          <p:cNvPr id="18" name="Text 10">
            <a:extLst>
              <a:ext uri="{FF2B5EF4-FFF2-40B4-BE49-F238E27FC236}">
                <a16:creationId xmlns:a16="http://schemas.microsoft.com/office/drawing/2014/main" id="{FEF1F658-0A56-4AD5-A3EF-77087D93A6DD}"/>
              </a:ext>
            </a:extLst>
          </p:cNvPr>
          <p:cNvSpPr>
            <a:spLocks noGrp="1"/>
          </p:cNvSpPr>
          <p:nvPr/>
        </p:nvSpPr>
        <p:spPr>
          <a:xfrm>
            <a:off x="5843672" y="2120098"/>
            <a:ext cx="987207" cy="2387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sz="1200">
                <a:solidFill>
                  <a:srgbClr val="A39B92"/>
                </a:solidFill>
                <a:latin typeface="IBM Plex Sans KR"/>
                <a:ea typeface="IBM Plex Sans KR"/>
                <a:cs typeface="IBM Plex Sans KR"/>
              </a:rPr>
              <a:t>로그 1·2·4·9</a:t>
            </a:r>
            <a:endParaRPr sz="1200"/>
          </a:p>
        </p:txBody>
      </p:sp>
      <p:sp>
        <p:nvSpPr>
          <p:cNvPr id="19" name="Shape 11">
            <a:extLst>
              <a:ext uri="{FF2B5EF4-FFF2-40B4-BE49-F238E27FC236}">
                <a16:creationId xmlns:a16="http://schemas.microsoft.com/office/drawing/2014/main" id="{7EDC45E2-ABBC-4424-A55C-3080E44F5F9E}"/>
              </a:ext>
            </a:extLst>
          </p:cNvPr>
          <p:cNvSpPr>
            <a:spLocks noGrp="1"/>
          </p:cNvSpPr>
          <p:nvPr/>
        </p:nvSpPr>
        <p:spPr>
          <a:xfrm>
            <a:off x="3171825" y="3159613"/>
            <a:ext cx="1631950" cy="539750"/>
          </a:xfrm>
          <a:prstGeom prst="roundRect">
            <a:avLst>
              <a:gd name="adj" fmla="val 12353"/>
            </a:avLst>
          </a:prstGeom>
          <a:solidFill>
            <a:srgbClr val="FAF8F5"/>
          </a:solidFill>
          <a:ln w="19050">
            <a:solidFill>
              <a:srgbClr val="B889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2">
            <a:extLst>
              <a:ext uri="{FF2B5EF4-FFF2-40B4-BE49-F238E27FC236}">
                <a16:creationId xmlns:a16="http://schemas.microsoft.com/office/drawing/2014/main" id="{FFFC846F-C53B-48A5-B6FE-25F94C8DDE82}"/>
              </a:ext>
            </a:extLst>
          </p:cNvPr>
          <p:cNvSpPr>
            <a:spLocks noGrp="1"/>
          </p:cNvSpPr>
          <p:nvPr/>
        </p:nvSpPr>
        <p:spPr>
          <a:xfrm>
            <a:off x="3290391" y="3217408"/>
            <a:ext cx="1394817" cy="22349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ctr">
              <a:lnSpc>
                <a:spcPts val="1560"/>
              </a:lnSpc>
              <a:buNone/>
            </a:pPr>
            <a:r>
              <a:rPr sz="1300" b="1">
                <a:solidFill>
                  <a:srgbClr val="3E3833"/>
                </a:solidFill>
                <a:latin typeface="IBM Plex Sans KR"/>
                <a:ea typeface="IBM Plex Sans KR"/>
                <a:cs typeface="IBM Plex Sans KR"/>
              </a:rPr>
              <a:t>TravelSituation</a:t>
            </a:r>
            <a:endParaRPr sz="1300"/>
          </a:p>
        </p:txBody>
      </p:sp>
      <p:sp>
        <p:nvSpPr>
          <p:cNvPr id="21" name="Text 13">
            <a:extLst>
              <a:ext uri="{FF2B5EF4-FFF2-40B4-BE49-F238E27FC236}">
                <a16:creationId xmlns:a16="http://schemas.microsoft.com/office/drawing/2014/main" id="{D089412A-0818-4999-9B3B-099EB125E7A9}"/>
              </a:ext>
            </a:extLst>
          </p:cNvPr>
          <p:cNvSpPr>
            <a:spLocks noGrp="1"/>
          </p:cNvSpPr>
          <p:nvPr/>
        </p:nvSpPr>
        <p:spPr>
          <a:xfrm>
            <a:off x="3494172" y="3428198"/>
            <a:ext cx="987207" cy="2387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sz="1200">
                <a:solidFill>
                  <a:srgbClr val="A39B92"/>
                </a:solidFill>
                <a:latin typeface="IBM Plex Sans KR"/>
                <a:ea typeface="IBM Plex Sans KR"/>
                <a:cs typeface="IBM Plex Sans KR"/>
              </a:rPr>
              <a:t>로그 1·2·6·9</a:t>
            </a:r>
            <a:endParaRPr sz="1200"/>
          </a:p>
        </p:txBody>
      </p:sp>
      <p:sp>
        <p:nvSpPr>
          <p:cNvPr id="22" name="Shape 14">
            <a:extLst>
              <a:ext uri="{FF2B5EF4-FFF2-40B4-BE49-F238E27FC236}">
                <a16:creationId xmlns:a16="http://schemas.microsoft.com/office/drawing/2014/main" id="{33CEE778-F718-4A49-AB12-1B75D4AA3AA4}"/>
              </a:ext>
            </a:extLst>
          </p:cNvPr>
          <p:cNvSpPr>
            <a:spLocks noGrp="1"/>
          </p:cNvSpPr>
          <p:nvPr/>
        </p:nvSpPr>
        <p:spPr>
          <a:xfrm>
            <a:off x="812800" y="4458188"/>
            <a:ext cx="1651000" cy="558800"/>
          </a:xfrm>
          <a:prstGeom prst="roundRect">
            <a:avLst>
              <a:gd name="adj" fmla="val 13636"/>
            </a:avLst>
          </a:prstGeom>
          <a:solidFill>
            <a:srgbClr val="57504A"/>
          </a:solidFill>
        </p:spPr>
        <p:txBody>
          <a:bodyPr/>
          <a:lstStyle/>
          <a:p>
            <a:endParaRPr/>
          </a:p>
        </p:txBody>
      </p:sp>
      <p:sp>
        <p:nvSpPr>
          <p:cNvPr id="23" name="Text 15">
            <a:extLst>
              <a:ext uri="{FF2B5EF4-FFF2-40B4-BE49-F238E27FC236}">
                <a16:creationId xmlns:a16="http://schemas.microsoft.com/office/drawing/2014/main" id="{EE242BED-B2AF-4FCC-9E76-FBEC07F71483}"/>
              </a:ext>
            </a:extLst>
          </p:cNvPr>
          <p:cNvSpPr>
            <a:spLocks noGrp="1"/>
          </p:cNvSpPr>
          <p:nvPr/>
        </p:nvSpPr>
        <p:spPr>
          <a:xfrm>
            <a:off x="863550" y="4533148"/>
            <a:ext cx="1549450" cy="20826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ctr">
              <a:lnSpc>
                <a:spcPts val="1440"/>
              </a:lnSpc>
              <a:buNone/>
            </a:pPr>
            <a:r>
              <a:rPr sz="1200" b="1">
                <a:solidFill>
                  <a:srgbClr val="F7F5F1"/>
                </a:solidFill>
                <a:latin typeface="IBM Plex Sans KR"/>
                <a:ea typeface="IBM Plex Sans KR"/>
                <a:cs typeface="IBM Plex Sans KR"/>
              </a:rPr>
              <a:t>ParticipantPosition</a:t>
            </a:r>
            <a:endParaRPr sz="1200"/>
          </a:p>
        </p:txBody>
      </p:sp>
      <p:sp>
        <p:nvSpPr>
          <p:cNvPr id="24" name="Text 16">
            <a:extLst>
              <a:ext uri="{FF2B5EF4-FFF2-40B4-BE49-F238E27FC236}">
                <a16:creationId xmlns:a16="http://schemas.microsoft.com/office/drawing/2014/main" id="{558A2D5F-D406-415A-B75B-C5D4730A8111}"/>
              </a:ext>
            </a:extLst>
          </p:cNvPr>
          <p:cNvSpPr>
            <a:spLocks noGrp="1"/>
          </p:cNvSpPr>
          <p:nvPr/>
        </p:nvSpPr>
        <p:spPr>
          <a:xfrm>
            <a:off x="1144672" y="4728708"/>
            <a:ext cx="987207" cy="2387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sz="1200">
                <a:solidFill>
                  <a:srgbClr val="D9B48A"/>
                </a:solidFill>
                <a:latin typeface="IBM Plex Sans KR"/>
                <a:ea typeface="IBM Plex Sans KR"/>
                <a:cs typeface="IBM Plex Sans KR"/>
              </a:rPr>
              <a:t>로그 1·2·6·9</a:t>
            </a:r>
            <a:endParaRPr sz="1200"/>
          </a:p>
        </p:txBody>
      </p:sp>
      <p:sp>
        <p:nvSpPr>
          <p:cNvPr id="25" name="Shape 17">
            <a:extLst>
              <a:ext uri="{FF2B5EF4-FFF2-40B4-BE49-F238E27FC236}">
                <a16:creationId xmlns:a16="http://schemas.microsoft.com/office/drawing/2014/main" id="{CA93E12B-7D71-437E-99C7-AD106AFF97AF}"/>
              </a:ext>
            </a:extLst>
          </p:cNvPr>
          <p:cNvSpPr>
            <a:spLocks noGrp="1"/>
          </p:cNvSpPr>
          <p:nvPr/>
        </p:nvSpPr>
        <p:spPr>
          <a:xfrm>
            <a:off x="5511800" y="4458188"/>
            <a:ext cx="1651000" cy="558800"/>
          </a:xfrm>
          <a:prstGeom prst="roundRect">
            <a:avLst>
              <a:gd name="adj" fmla="val 13636"/>
            </a:avLst>
          </a:prstGeom>
          <a:solidFill>
            <a:srgbClr val="EFECE7"/>
          </a:solidFill>
        </p:spPr>
        <p:txBody>
          <a:bodyPr/>
          <a:lstStyle/>
          <a:p>
            <a:endParaRPr/>
          </a:p>
        </p:txBody>
      </p:sp>
      <p:sp>
        <p:nvSpPr>
          <p:cNvPr id="26" name="Text 18">
            <a:extLst>
              <a:ext uri="{FF2B5EF4-FFF2-40B4-BE49-F238E27FC236}">
                <a16:creationId xmlns:a16="http://schemas.microsoft.com/office/drawing/2014/main" id="{D3E706C7-3B66-4AEF-B629-559689D8E6C5}"/>
              </a:ext>
            </a:extLst>
          </p:cNvPr>
          <p:cNvSpPr>
            <a:spLocks noGrp="1"/>
          </p:cNvSpPr>
          <p:nvPr/>
        </p:nvSpPr>
        <p:spPr>
          <a:xfrm>
            <a:off x="5914628" y="4517918"/>
            <a:ext cx="845344" cy="2387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sz="1400" b="1">
                <a:solidFill>
                  <a:srgbClr val="3E3833"/>
                </a:solidFill>
                <a:latin typeface="IBM Plex Sans KR"/>
                <a:ea typeface="IBM Plex Sans KR"/>
                <a:cs typeface="IBM Plex Sans KR"/>
              </a:rPr>
              <a:t>Decision</a:t>
            </a:r>
            <a:endParaRPr sz="1400"/>
          </a:p>
        </p:txBody>
      </p:sp>
      <p:sp>
        <p:nvSpPr>
          <p:cNvPr id="27" name="Text 19">
            <a:extLst>
              <a:ext uri="{FF2B5EF4-FFF2-40B4-BE49-F238E27FC236}">
                <a16:creationId xmlns:a16="http://schemas.microsoft.com/office/drawing/2014/main" id="{7D42E573-2D9D-4788-A2E7-12754683F968}"/>
              </a:ext>
            </a:extLst>
          </p:cNvPr>
          <p:cNvSpPr>
            <a:spLocks noGrp="1"/>
          </p:cNvSpPr>
          <p:nvPr/>
        </p:nvSpPr>
        <p:spPr>
          <a:xfrm>
            <a:off x="5704131" y="4743938"/>
            <a:ext cx="1266289" cy="2387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sz="1200">
                <a:solidFill>
                  <a:srgbClr val="A39B92"/>
                </a:solidFill>
                <a:latin typeface="IBM Plex Sans KR"/>
                <a:ea typeface="IBM Plex Sans KR"/>
                <a:cs typeface="IBM Plex Sans KR"/>
              </a:rPr>
              <a:t>로그 1·2·6·9·12</a:t>
            </a:r>
            <a:endParaRPr sz="1200"/>
          </a:p>
        </p:txBody>
      </p:sp>
      <p:sp>
        <p:nvSpPr>
          <p:cNvPr id="28" name="Text 20">
            <a:extLst>
              <a:ext uri="{FF2B5EF4-FFF2-40B4-BE49-F238E27FC236}">
                <a16:creationId xmlns:a16="http://schemas.microsoft.com/office/drawing/2014/main" id="{940A5E3E-0E8E-4023-9BCA-20D2B3BFABD2}"/>
              </a:ext>
            </a:extLst>
          </p:cNvPr>
          <p:cNvSpPr>
            <a:spLocks noGrp="1"/>
          </p:cNvSpPr>
          <p:nvPr/>
        </p:nvSpPr>
        <p:spPr>
          <a:xfrm>
            <a:off x="1668330" y="2603988"/>
            <a:ext cx="1066800" cy="2387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sz="1200" dirty="0" err="1">
                <a:solidFill>
                  <a:srgbClr val="9A6F42"/>
                </a:solidFill>
                <a:latin typeface="IBM Plex Sans KR"/>
                <a:ea typeface="IBM Plex Sans KR"/>
                <a:cs typeface="IBM Plex Sans KR"/>
              </a:rPr>
              <a:t>참여</a:t>
            </a:r>
            <a:endParaRPr sz="1200" dirty="0"/>
          </a:p>
        </p:txBody>
      </p:sp>
      <p:sp>
        <p:nvSpPr>
          <p:cNvPr id="29" name="Text 21">
            <a:extLst>
              <a:ext uri="{FF2B5EF4-FFF2-40B4-BE49-F238E27FC236}">
                <a16:creationId xmlns:a16="http://schemas.microsoft.com/office/drawing/2014/main" id="{1CB0DC04-098F-42BB-95E7-DFCC9CB51A91}"/>
              </a:ext>
            </a:extLst>
          </p:cNvPr>
          <p:cNvSpPr>
            <a:spLocks noGrp="1"/>
          </p:cNvSpPr>
          <p:nvPr/>
        </p:nvSpPr>
        <p:spPr>
          <a:xfrm>
            <a:off x="1646817" y="4102588"/>
            <a:ext cx="1066800" cy="2387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sz="1200" dirty="0" err="1">
                <a:solidFill>
                  <a:srgbClr val="9A6F42"/>
                </a:solidFill>
                <a:latin typeface="IBM Plex Sans KR"/>
                <a:ea typeface="IBM Plex Sans KR"/>
                <a:cs typeface="IBM Plex Sans KR"/>
              </a:rPr>
              <a:t>입장</a:t>
            </a:r>
            <a:endParaRPr sz="1200" dirty="0"/>
          </a:p>
        </p:txBody>
      </p:sp>
      <p:sp>
        <p:nvSpPr>
          <p:cNvPr id="30" name="Text 22">
            <a:extLst>
              <a:ext uri="{FF2B5EF4-FFF2-40B4-BE49-F238E27FC236}">
                <a16:creationId xmlns:a16="http://schemas.microsoft.com/office/drawing/2014/main" id="{329FB9A0-546D-4A3F-B54A-45019A4EE30A}"/>
              </a:ext>
            </a:extLst>
          </p:cNvPr>
          <p:cNvSpPr>
            <a:spLocks noGrp="1"/>
          </p:cNvSpPr>
          <p:nvPr/>
        </p:nvSpPr>
        <p:spPr>
          <a:xfrm>
            <a:off x="5257800" y="2603988"/>
            <a:ext cx="1066800" cy="2387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sz="1200">
                <a:solidFill>
                  <a:srgbClr val="9A6F42"/>
                </a:solidFill>
                <a:latin typeface="IBM Plex Sans KR"/>
                <a:ea typeface="IBM Plex Sans KR"/>
                <a:cs typeface="IBM Plex Sans KR"/>
              </a:rPr>
              <a:t>조율안</a:t>
            </a:r>
            <a:endParaRPr sz="1200"/>
          </a:p>
        </p:txBody>
      </p:sp>
      <p:sp>
        <p:nvSpPr>
          <p:cNvPr id="31" name="Text 23">
            <a:extLst>
              <a:ext uri="{FF2B5EF4-FFF2-40B4-BE49-F238E27FC236}">
                <a16:creationId xmlns:a16="http://schemas.microsoft.com/office/drawing/2014/main" id="{75B1C8D3-240B-4989-BC3F-F8BBDFC1B523}"/>
              </a:ext>
            </a:extLst>
          </p:cNvPr>
          <p:cNvSpPr>
            <a:spLocks noGrp="1"/>
          </p:cNvSpPr>
          <p:nvPr/>
        </p:nvSpPr>
        <p:spPr>
          <a:xfrm>
            <a:off x="5257800" y="4102588"/>
            <a:ext cx="1066800" cy="2387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sz="1200">
                <a:solidFill>
                  <a:srgbClr val="9A6F42"/>
                </a:solidFill>
                <a:latin typeface="IBM Plex Sans KR"/>
                <a:ea typeface="IBM Plex Sans KR"/>
                <a:cs typeface="IBM Plex Sans KR"/>
              </a:rPr>
              <a:t>결정</a:t>
            </a:r>
            <a:endParaRPr sz="1200"/>
          </a:p>
        </p:txBody>
      </p:sp>
      <p:sp>
        <p:nvSpPr>
          <p:cNvPr id="32" name="Text 24">
            <a:extLst>
              <a:ext uri="{FF2B5EF4-FFF2-40B4-BE49-F238E27FC236}">
                <a16:creationId xmlns:a16="http://schemas.microsoft.com/office/drawing/2014/main" id="{F7CDAA40-F5A1-47A0-84A8-8CF929FF33E1}"/>
              </a:ext>
            </a:extLst>
          </p:cNvPr>
          <p:cNvSpPr>
            <a:spLocks noGrp="1"/>
          </p:cNvSpPr>
          <p:nvPr/>
        </p:nvSpPr>
        <p:spPr>
          <a:xfrm>
            <a:off x="4024855" y="2692888"/>
            <a:ext cx="1066800" cy="2387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sz="1200" dirty="0" err="1">
                <a:solidFill>
                  <a:srgbClr val="9A6F42"/>
                </a:solidFill>
                <a:latin typeface="IBM Plex Sans KR"/>
                <a:ea typeface="IBM Plex Sans KR"/>
                <a:cs typeface="IBM Plex Sans KR"/>
              </a:rPr>
              <a:t>원래</a:t>
            </a:r>
            <a:r>
              <a:rPr sz="1200" dirty="0">
                <a:solidFill>
                  <a:srgbClr val="9A6F42"/>
                </a:solidFill>
                <a:latin typeface="IBM Plex Sans KR"/>
                <a:ea typeface="IBM Plex Sans KR"/>
                <a:cs typeface="IBM Plex Sans KR"/>
              </a:rPr>
              <a:t> </a:t>
            </a:r>
            <a:r>
              <a:rPr sz="1200" dirty="0" err="1">
                <a:solidFill>
                  <a:srgbClr val="9A6F42"/>
                </a:solidFill>
                <a:latin typeface="IBM Plex Sans KR"/>
                <a:ea typeface="IBM Plex Sans KR"/>
                <a:cs typeface="IBM Plex Sans KR"/>
              </a:rPr>
              <a:t>계획</a:t>
            </a:r>
            <a:endParaRPr sz="1200" dirty="0"/>
          </a:p>
        </p:txBody>
      </p:sp>
      <p:sp>
        <p:nvSpPr>
          <p:cNvPr id="33" name="Text 25">
            <a:extLst>
              <a:ext uri="{FF2B5EF4-FFF2-40B4-BE49-F238E27FC236}">
                <a16:creationId xmlns:a16="http://schemas.microsoft.com/office/drawing/2014/main" id="{3E743034-16C8-4AEE-B60D-ACE95FEA199D}"/>
              </a:ext>
            </a:extLst>
          </p:cNvPr>
          <p:cNvSpPr>
            <a:spLocks noGrp="1"/>
          </p:cNvSpPr>
          <p:nvPr/>
        </p:nvSpPr>
        <p:spPr>
          <a:xfrm>
            <a:off x="6438900" y="3327888"/>
            <a:ext cx="749300" cy="2387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sz="1200">
                <a:solidFill>
                  <a:srgbClr val="9A6F42"/>
                </a:solidFill>
                <a:latin typeface="IBM Plex Sans KR"/>
                <a:ea typeface="IBM Plex Sans KR"/>
                <a:cs typeface="IBM Plex Sans KR"/>
              </a:rPr>
              <a:t>선택</a:t>
            </a:r>
            <a:endParaRPr sz="1200"/>
          </a:p>
        </p:txBody>
      </p:sp>
      <p:sp>
        <p:nvSpPr>
          <p:cNvPr id="34" name="Shape 26">
            <a:extLst>
              <a:ext uri="{FF2B5EF4-FFF2-40B4-BE49-F238E27FC236}">
                <a16:creationId xmlns:a16="http://schemas.microsoft.com/office/drawing/2014/main" id="{FA03EBBE-92CF-4FC6-B900-4264E9156FFA}"/>
              </a:ext>
            </a:extLst>
          </p:cNvPr>
          <p:cNvSpPr>
            <a:spLocks noGrp="1"/>
          </p:cNvSpPr>
          <p:nvPr/>
        </p:nvSpPr>
        <p:spPr>
          <a:xfrm>
            <a:off x="7467600" y="1841988"/>
            <a:ext cx="3911600" cy="1234380"/>
          </a:xfrm>
          <a:prstGeom prst="roundRect">
            <a:avLst>
              <a:gd name="adj" fmla="val 6173"/>
            </a:avLst>
          </a:prstGeom>
          <a:solidFill>
            <a:srgbClr val="57504A"/>
          </a:solidFill>
        </p:spPr>
        <p:txBody>
          <a:bodyPr/>
          <a:lstStyle/>
          <a:p>
            <a:endParaRPr/>
          </a:p>
        </p:txBody>
      </p:sp>
      <p:sp>
        <p:nvSpPr>
          <p:cNvPr id="35" name="Text 27">
            <a:extLst>
              <a:ext uri="{FF2B5EF4-FFF2-40B4-BE49-F238E27FC236}">
                <a16:creationId xmlns:a16="http://schemas.microsoft.com/office/drawing/2014/main" id="{68144033-C56C-47DC-8CD9-D5953731AE24}"/>
              </a:ext>
            </a:extLst>
          </p:cNvPr>
          <p:cNvSpPr>
            <a:spLocks noGrp="1"/>
          </p:cNvSpPr>
          <p:nvPr/>
        </p:nvSpPr>
        <p:spPr>
          <a:xfrm>
            <a:off x="7696200" y="2045188"/>
            <a:ext cx="3558032" cy="2387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defPPr algn="l">
              <a:defRPr sz="1200" b="0" i="0">
                <a:solidFill>
                  <a:srgbClr val="D9B48A"/>
                </a:solidFill>
                <a:latin typeface="IBM Plex Sans KR"/>
                <a:ea typeface="IBM Plex Sans KR"/>
                <a:cs typeface="IBM Plex Sans KR"/>
              </a:defRPr>
            </a:defPPr>
          </a:lstStyle>
          <a:p>
            <a:pPr algn="l">
              <a:defRPr sz="1200" b="0" i="0">
                <a:solidFill>
                  <a:srgbClr val="D9B48A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200" b="0" i="0" u="none">
                <a:solidFill>
                  <a:srgbClr val="D9B48A"/>
                </a:solidFill>
                <a:latin typeface="IBM Plex Sans KR"/>
                <a:ea typeface="IBM Plex Sans KR"/>
                <a:cs typeface="IBM Plex Sans KR"/>
              </a:rPr>
              <a:t>입장을 네 가지로 나눔</a:t>
            </a:r>
          </a:p>
        </p:txBody>
      </p:sp>
      <p:sp>
        <p:nvSpPr>
          <p:cNvPr id="36" name="Text 28">
            <a:extLst>
              <a:ext uri="{FF2B5EF4-FFF2-40B4-BE49-F238E27FC236}">
                <a16:creationId xmlns:a16="http://schemas.microsoft.com/office/drawing/2014/main" id="{D6E80CDD-FE7F-4A49-9995-3904CE0300AE}"/>
              </a:ext>
            </a:extLst>
          </p:cNvPr>
          <p:cNvSpPr>
            <a:spLocks noGrp="1"/>
          </p:cNvSpPr>
          <p:nvPr/>
        </p:nvSpPr>
        <p:spPr>
          <a:xfrm>
            <a:off x="7696200" y="2334708"/>
            <a:ext cx="3558032" cy="25653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defPPr algn="l">
              <a:defRPr sz="1300" b="0" i="0">
                <a:solidFill>
                  <a:srgbClr val="F7F5F1"/>
                </a:solidFill>
                <a:latin typeface="IBM Plex Sans KR"/>
                <a:ea typeface="IBM Plex Sans KR"/>
                <a:cs typeface="IBM Plex Sans KR"/>
              </a:defRPr>
            </a:defPPr>
          </a:lstStyle>
          <a:p>
            <a:pPr algn="l">
              <a:defRPr sz="1300" b="0" i="0">
                <a:solidFill>
                  <a:srgbClr val="F7F5F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300" b="0" i="0" u="none">
                <a:solidFill>
                  <a:srgbClr val="F7F5F1"/>
                </a:solidFill>
                <a:latin typeface="IBM Plex Sans KR"/>
                <a:ea typeface="IBM Plex Sans KR"/>
                <a:cs typeface="IBM Plex Sans KR"/>
              </a:rPr>
              <a:t>컨디션 · 원하는 행동 · 이유</a:t>
            </a:r>
          </a:p>
        </p:txBody>
      </p:sp>
      <p:sp>
        <p:nvSpPr>
          <p:cNvPr id="37" name="Text 29">
            <a:extLst>
              <a:ext uri="{FF2B5EF4-FFF2-40B4-BE49-F238E27FC236}">
                <a16:creationId xmlns:a16="http://schemas.microsoft.com/office/drawing/2014/main" id="{AF0CEDBE-95A2-4455-ADB1-E5723212CD8D}"/>
              </a:ext>
            </a:extLst>
          </p:cNvPr>
          <p:cNvSpPr>
            <a:spLocks noGrp="1"/>
          </p:cNvSpPr>
          <p:nvPr/>
        </p:nvSpPr>
        <p:spPr>
          <a:xfrm>
            <a:off x="7696200" y="2642039"/>
            <a:ext cx="3558032" cy="25653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defPPr algn="l">
              <a:defRPr sz="1300" b="0" i="0">
                <a:solidFill>
                  <a:srgbClr val="F7F5F1"/>
                </a:solidFill>
                <a:latin typeface="IBM Plex Sans KR"/>
                <a:ea typeface="IBM Plex Sans KR"/>
                <a:cs typeface="IBM Plex Sans KR"/>
              </a:defRPr>
            </a:defPPr>
          </a:lstStyle>
          <a:p>
            <a:pPr algn="l">
              <a:defRPr sz="1300" b="0" i="0">
                <a:solidFill>
                  <a:srgbClr val="F7F5F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300" b="0" i="0" u="none">
                <a:solidFill>
                  <a:srgbClr val="F7F5F1"/>
                </a:solidFill>
                <a:latin typeface="IBM Plex Sans KR"/>
                <a:ea typeface="IBM Plex Sans KR"/>
                <a:cs typeface="IBM Plex Sans KR"/>
              </a:rPr>
              <a:t>동행인에게 실제로 전달한 말</a:t>
            </a:r>
          </a:p>
        </p:txBody>
      </p:sp>
      <p:sp>
        <p:nvSpPr>
          <p:cNvPr id="38" name="Shape 30">
            <a:extLst>
              <a:ext uri="{FF2B5EF4-FFF2-40B4-BE49-F238E27FC236}">
                <a16:creationId xmlns:a16="http://schemas.microsoft.com/office/drawing/2014/main" id="{C5292477-EF16-4D09-A76D-F670C1496A2B}"/>
              </a:ext>
            </a:extLst>
          </p:cNvPr>
          <p:cNvSpPr>
            <a:spLocks noGrp="1"/>
          </p:cNvSpPr>
          <p:nvPr/>
        </p:nvSpPr>
        <p:spPr>
          <a:xfrm>
            <a:off x="7467600" y="3203369"/>
            <a:ext cx="3911600" cy="1178520"/>
          </a:xfrm>
          <a:prstGeom prst="roundRect">
            <a:avLst>
              <a:gd name="adj" fmla="val 6466"/>
            </a:avLst>
          </a:prstGeom>
          <a:solidFill>
            <a:srgbClr val="EFECE7"/>
          </a:solidFill>
        </p:spPr>
        <p:txBody>
          <a:bodyPr/>
          <a:lstStyle/>
          <a:p>
            <a:endParaRPr/>
          </a:p>
        </p:txBody>
      </p:sp>
      <p:sp>
        <p:nvSpPr>
          <p:cNvPr id="39" name="Text 31">
            <a:extLst>
              <a:ext uri="{FF2B5EF4-FFF2-40B4-BE49-F238E27FC236}">
                <a16:creationId xmlns:a16="http://schemas.microsoft.com/office/drawing/2014/main" id="{F4BA3F1F-5698-4693-B4D1-D148FA6C00A9}"/>
              </a:ext>
            </a:extLst>
          </p:cNvPr>
          <p:cNvSpPr>
            <a:spLocks noGrp="1"/>
          </p:cNvSpPr>
          <p:nvPr/>
        </p:nvSpPr>
        <p:spPr>
          <a:xfrm>
            <a:off x="7696200" y="3406569"/>
            <a:ext cx="3558032" cy="2387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defPPr algn="l">
              <a:defRPr sz="1200" b="0" i="0">
                <a:solidFill>
                  <a:srgbClr val="9A6F42"/>
                </a:solidFill>
                <a:latin typeface="IBM Plex Sans KR"/>
                <a:ea typeface="IBM Plex Sans KR"/>
                <a:cs typeface="IBM Plex Sans KR"/>
              </a:defRPr>
            </a:defPPr>
          </a:lstStyle>
          <a:p>
            <a:pPr algn="l">
              <a:defRPr sz="1200" b="0" i="0">
                <a:solidFill>
                  <a:srgbClr val="9A6F42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200" b="0" i="0" u="none">
                <a:solidFill>
                  <a:srgbClr val="9A6F42"/>
                </a:solidFill>
                <a:latin typeface="IBM Plex Sans KR"/>
                <a:ea typeface="IBM Plex Sans KR"/>
                <a:cs typeface="IBM Plex Sans KR"/>
              </a:rPr>
              <a:t>로그 1의 예</a:t>
            </a:r>
          </a:p>
        </p:txBody>
      </p:sp>
      <p:sp>
        <p:nvSpPr>
          <p:cNvPr id="40" name="Text 32">
            <a:extLst>
              <a:ext uri="{FF2B5EF4-FFF2-40B4-BE49-F238E27FC236}">
                <a16:creationId xmlns:a16="http://schemas.microsoft.com/office/drawing/2014/main" id="{30A4BD3B-F4D0-4F19-A636-79C56FEC3215}"/>
              </a:ext>
            </a:extLst>
          </p:cNvPr>
          <p:cNvSpPr>
            <a:spLocks noGrp="1"/>
          </p:cNvSpPr>
          <p:nvPr/>
        </p:nvSpPr>
        <p:spPr>
          <a:xfrm>
            <a:off x="7696200" y="3683389"/>
            <a:ext cx="3558032" cy="5207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defPPr algn="l">
              <a:defRPr sz="1300" b="0" i="0">
                <a:solidFill>
                  <a:srgbClr val="5E5750"/>
                </a:solidFill>
                <a:latin typeface="IBM Plex Sans KR"/>
                <a:ea typeface="IBM Plex Sans KR"/>
                <a:cs typeface="IBM Plex Sans KR"/>
              </a:defRPr>
            </a:defPPr>
          </a:lstStyle>
          <a:p>
            <a:pPr algn="l">
              <a:defRPr sz="1300" b="0" i="0">
                <a:solidFill>
                  <a:srgbClr val="5E5750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300" b="0" i="0" u="none">
                <a:solidFill>
                  <a:srgbClr val="5E5750"/>
                </a:solidFill>
                <a:latin typeface="IBM Plex Sans KR"/>
                <a:ea typeface="IBM Plex Sans KR"/>
                <a:cs typeface="IBM Plex Sans KR"/>
              </a:rPr>
              <a:t>원하는 행동은 귀가, 처음 한 말은 “피곤하다”</a:t>
            </a:r>
          </a:p>
        </p:txBody>
      </p:sp>
      <p:sp>
        <p:nvSpPr>
          <p:cNvPr id="42" name="Text 34">
            <a:extLst>
              <a:ext uri="{FF2B5EF4-FFF2-40B4-BE49-F238E27FC236}">
                <a16:creationId xmlns:a16="http://schemas.microsoft.com/office/drawing/2014/main" id="{96777C53-B74E-44B2-A934-903CD22BDFDB}"/>
              </a:ext>
            </a:extLst>
          </p:cNvPr>
          <p:cNvSpPr>
            <a:spLocks noGrp="1"/>
          </p:cNvSpPr>
          <p:nvPr/>
        </p:nvSpPr>
        <p:spPr>
          <a:xfrm>
            <a:off x="812768" y="6238304"/>
            <a:ext cx="9048750" cy="238697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defPPr algn="l">
              <a:defRPr sz="1125" b="0" i="0">
                <a:solidFill>
                  <a:srgbClr val="A39B92"/>
                </a:solidFill>
                <a:latin typeface="IBM Plex Sans KR"/>
                <a:ea typeface="IBM Plex Sans KR"/>
                <a:cs typeface="IBM Plex Sans KR"/>
              </a:defRPr>
            </a:defPPr>
          </a:lstStyle>
          <a:p>
            <a:pPr algn="l">
              <a:defRPr sz="1125" b="0" i="0">
                <a:solidFill>
                  <a:srgbClr val="A39B92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125" b="0" i="0" u="none">
                <a:solidFill>
                  <a:srgbClr val="A39B92"/>
                </a:solidFill>
                <a:latin typeface="IBM Plex Sans KR"/>
                <a:ea typeface="IBM Plex Sans KR"/>
                <a:cs typeface="IBM Plex Sans KR"/>
              </a:rPr>
              <a:t>TEAM ItBM  ·  docs/ontology.yaml</a:t>
            </a:r>
          </a:p>
        </p:txBody>
      </p:sp>
      <p:sp>
        <p:nvSpPr>
          <p:cNvPr id="43" name="Text 35">
            <a:extLst>
              <a:ext uri="{FF2B5EF4-FFF2-40B4-BE49-F238E27FC236}">
                <a16:creationId xmlns:a16="http://schemas.microsoft.com/office/drawing/2014/main" id="{3C9F4A36-ECB9-43D8-88E3-03831C6E02B0}"/>
              </a:ext>
            </a:extLst>
          </p:cNvPr>
          <p:cNvSpPr>
            <a:spLocks noGrp="1"/>
          </p:cNvSpPr>
          <p:nvPr/>
        </p:nvSpPr>
        <p:spPr>
          <a:xfrm>
            <a:off x="9417050" y="6238280"/>
            <a:ext cx="1962150" cy="2387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defPPr algn="r">
              <a:defRPr sz="1200" b="0" i="0">
                <a:solidFill>
                  <a:srgbClr val="A39B92"/>
                </a:solidFill>
                <a:latin typeface="IBM Plex Sans KR"/>
                <a:ea typeface="IBM Plex Sans KR"/>
                <a:cs typeface="IBM Plex Sans KR"/>
              </a:defRPr>
            </a:defPPr>
          </a:lstStyle>
          <a:p>
            <a:pPr algn="r">
              <a:defRPr sz="1200" b="0" i="0">
                <a:solidFill>
                  <a:srgbClr val="A39B92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200" b="0" i="0" u="none">
                <a:solidFill>
                  <a:srgbClr val="A39B92"/>
                </a:solidFill>
                <a:latin typeface="IBM Plex Sans KR"/>
                <a:ea typeface="IBM Plex Sans KR"/>
                <a:cs typeface="IBM Plex Sans KR"/>
              </a:rPr>
              <a:t>07 / 11</a:t>
            </a:r>
          </a:p>
        </p:txBody>
      </p:sp>
      <p:sp>
        <p:nvSpPr>
          <p:cNvPr id="44" name="Chip In">
            <a:extLst>
              <a:ext uri="{FF2B5EF4-FFF2-40B4-BE49-F238E27FC236}">
                <a16:creationId xmlns:a16="http://schemas.microsoft.com/office/drawing/2014/main" id="{F3505DF1-5D0A-4337-A249-024446371C51}"/>
              </a:ext>
            </a:extLst>
          </p:cNvPr>
          <p:cNvSpPr>
            <a:spLocks noGrp="1"/>
          </p:cNvSpPr>
          <p:nvPr/>
        </p:nvSpPr>
        <p:spPr>
          <a:xfrm>
            <a:off x="813816" y="5340096"/>
            <a:ext cx="5221224" cy="502920"/>
          </a:xfrm>
          <a:prstGeom prst="roundRect">
            <a:avLst>
              <a:gd name="adj" fmla="val 50000"/>
            </a:avLst>
          </a:prstGeom>
          <a:solidFill>
            <a:srgbClr val="EFECE7"/>
          </a:solidFill>
        </p:spPr>
        <p:txBody>
          <a:bodyPr wrap="square" lIns="154954" tIns="53354" rIns="12079" bIns="27954" anchor="ctr">
            <a:normAutofit/>
          </a:bodyPr>
          <a:lstStyle>
            <a:defPPr algn="l">
              <a:defRPr sz="1400" b="0" i="0">
                <a:solidFill>
                  <a:srgbClr val="9A6F42"/>
                </a:solidFill>
                <a:latin typeface="IBM Plex Sans KR"/>
                <a:ea typeface="IBM Plex Sans KR"/>
                <a:cs typeface="IBM Plex Sans KR"/>
              </a:defRPr>
            </a:defPPr>
          </a:lstStyle>
          <a:p>
            <a:pPr algn="l">
              <a:defRPr sz="1400" b="0" i="0">
                <a:solidFill>
                  <a:srgbClr val="9A6F42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400" b="1" i="0" u="none">
                <a:solidFill>
                  <a:srgbClr val="9A6F42"/>
                </a:solidFill>
                <a:latin typeface="IBM Plex Sans KR"/>
                <a:ea typeface="IBM Plex Sans KR"/>
                <a:cs typeface="IBM Plex Sans KR"/>
              </a:rPr>
              <a:t>다루는 개념   </a:t>
            </a:r>
            <a:r>
              <a:rPr sz="1400" b="0" i="0" u="none">
                <a:solidFill>
                  <a:srgbClr val="3E3833"/>
                </a:solidFill>
                <a:latin typeface="IBM Plex Sans KR"/>
                <a:ea typeface="IBM Plex Sans KR"/>
                <a:cs typeface="IBM Plex Sans KR"/>
              </a:rPr>
              <a:t>상황별 입장 · 활동 · 조율안 · 결정</a:t>
            </a:r>
          </a:p>
        </p:txBody>
      </p:sp>
      <p:sp>
        <p:nvSpPr>
          <p:cNvPr id="45" name="Chip Out">
            <a:extLst>
              <a:ext uri="{FF2B5EF4-FFF2-40B4-BE49-F238E27FC236}">
                <a16:creationId xmlns:a16="http://schemas.microsoft.com/office/drawing/2014/main" id="{32E84E77-4C16-4068-8ACE-6D1FCAFD6B93}"/>
              </a:ext>
            </a:extLst>
          </p:cNvPr>
          <p:cNvSpPr>
            <a:spLocks noGrp="1"/>
          </p:cNvSpPr>
          <p:nvPr/>
        </p:nvSpPr>
        <p:spPr>
          <a:xfrm>
            <a:off x="6163056" y="5340096"/>
            <a:ext cx="5221224" cy="502920"/>
          </a:xfrm>
          <a:prstGeom prst="roundRect">
            <a:avLst>
              <a:gd name="adj" fmla="val 50000"/>
            </a:avLst>
          </a:prstGeom>
          <a:solidFill>
            <a:srgbClr val="EFECE7"/>
          </a:solidFill>
        </p:spPr>
        <p:txBody>
          <a:bodyPr wrap="square" lIns="154954" tIns="53354" rIns="12079" bIns="27954" anchor="ctr">
            <a:normAutofit/>
          </a:bodyPr>
          <a:lstStyle>
            <a:defPPr algn="l">
              <a:defRPr sz="1400" b="0" i="0">
                <a:solidFill>
                  <a:srgbClr val="9A6F42"/>
                </a:solidFill>
                <a:latin typeface="IBM Plex Sans KR"/>
                <a:ea typeface="IBM Plex Sans KR"/>
                <a:cs typeface="IBM Plex Sans KR"/>
              </a:defRPr>
            </a:defPPr>
          </a:lstStyle>
          <a:p>
            <a:pPr algn="l">
              <a:defRPr sz="1400" b="0" i="0">
                <a:solidFill>
                  <a:srgbClr val="9A6F42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400" b="1" i="0" u="none">
                <a:solidFill>
                  <a:srgbClr val="9A6F42"/>
                </a:solidFill>
                <a:latin typeface="IBM Plex Sans KR"/>
                <a:ea typeface="IBM Plex Sans KR"/>
                <a:cs typeface="IBM Plex Sans KR"/>
              </a:rPr>
              <a:t>다루지 않는 개념   </a:t>
            </a:r>
            <a:r>
              <a:rPr sz="1400" b="0" i="0" u="none">
                <a:solidFill>
                  <a:srgbClr val="3E3833"/>
                </a:solidFill>
                <a:latin typeface="IBM Plex Sans KR"/>
                <a:ea typeface="IBM Plex Sans KR"/>
                <a:cs typeface="IBM Plex Sans KR"/>
              </a:rPr>
              <a:t>궁합 점수 · 예약 실행 · 실시간 동선</a:t>
            </a:r>
          </a:p>
        </p:txBody>
      </p:sp>
      <p:cxnSp>
        <p:nvCxnSpPr>
          <p:cNvPr id="46" name="PositionOwnerRelation"/>
          <p:cNvCxnSpPr>
            <a:stCxn id="10" idx="2"/>
            <a:endCxn id="22" idx="0"/>
          </p:cNvCxnSpPr>
          <p:nvPr/>
        </p:nvCxnSpPr>
        <p:spPr>
          <a:xfrm>
            <a:off x="1638300" y="2400788"/>
            <a:ext cx="0" cy="2057400"/>
          </a:xfrm>
          <a:prstGeom prst="line">
            <a:avLst/>
          </a:prstGeom>
          <a:ln w="19050">
            <a:solidFill>
              <a:srgbClr val="A9A096"/>
            </a:solidFill>
            <a:prstDash val="solid"/>
            <a:headEnd type="triangle" w="sm" len="sm"/>
            <a:tailEnd type="none"/>
          </a:ln>
        </p:spPr>
      </p:cxnSp>
      <p:sp>
        <p:nvSpPr>
          <p:cNvPr id="47" name="PositionOwnerLabel"/>
          <p:cNvSpPr txBox="1"/>
          <p:nvPr/>
        </p:nvSpPr>
        <p:spPr>
          <a:xfrm>
            <a:off x="650000" y="3300000"/>
            <a:ext cx="860000" cy="26000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r"/>
            <a:r>
              <a:rPr lang="ko-KR" sz="1200">
                <a:solidFill>
                  <a:srgbClr val="9A6F42"/>
                </a:solidFill>
                <a:latin typeface="IBM Plex Sans KR"/>
                <a:ea typeface="IBM Plex Sans KR"/>
              </a:rPr>
              <a:t>입장 주체</a:t>
            </a:r>
          </a:p>
        </p:txBody>
      </p:sp>
    </p:spTree>
    <p:extLst>
      <p:ext uri="{BB962C8B-B14F-4D97-AF65-F5344CB8AC3E}">
        <p14:creationId xmlns:p14="http://schemas.microsoft.com/office/powerpoint/2010/main" val="4964014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CCF0D252-8FE6-4BF7-AE29-45195B0C589C}"/>
              </a:ext>
            </a:extLst>
          </p:cNvPr>
          <p:cNvSpPr>
            <a:spLocks noGrp="1"/>
          </p:cNvSpPr>
          <p:nvPr/>
        </p:nvSpPr>
        <p:spPr>
          <a:xfrm>
            <a:off x="812800" y="812800"/>
            <a:ext cx="457200" cy="25400"/>
          </a:xfrm>
          <a:prstGeom prst="rect">
            <a:avLst/>
          </a:prstGeom>
          <a:solidFill>
            <a:srgbClr val="B8895A"/>
          </a:solidFill>
        </p:spPr>
        <p:txBody>
          <a:bodyPr/>
          <a:lstStyle/>
          <a:p>
            <a:endParaRPr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5B79EF03-A2BF-4B9E-88AB-0B9742EC3F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00" y="1091793"/>
            <a:ext cx="10883392" cy="51306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91482"/>
          </a:bodyPr>
          <a:lstStyle>
            <a:defPPr algn="l">
              <a:defRPr sz="3200" b="1" i="0">
                <a:solidFill>
                  <a:srgbClr val="3E3833"/>
                </a:solidFill>
                <a:latin typeface="Noto Serif KR"/>
                <a:ea typeface="Noto Serif KR"/>
                <a:cs typeface="Noto Serif KR"/>
              </a:defRPr>
            </a:defPPr>
          </a:lstStyle>
          <a:p>
            <a:pPr algn="l">
              <a:defRPr sz="3200" b="1" i="0">
                <a:solidFill>
                  <a:srgbClr val="3E3833"/>
                </a:solidFill>
                <a:latin typeface="Noto Serif KR"/>
                <a:ea typeface="Noto Serif KR"/>
                <a:cs typeface="Noto Serif KR"/>
              </a:defRPr>
            </a:pPr>
            <a:r>
              <a:rPr sz="3200" b="1" i="0" u="none">
                <a:solidFill>
                  <a:srgbClr val="3E3833"/>
                </a:solidFill>
                <a:latin typeface="Noto Serif KR"/>
                <a:ea typeface="Noto Serif KR"/>
                <a:cs typeface="Noto Serif KR"/>
              </a:rPr>
              <a:t>서비스 흐름</a:t>
            </a: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316BA311-9791-415A-9942-230573AEAAD5}"/>
              </a:ext>
            </a:extLst>
          </p:cNvPr>
          <p:cNvSpPr>
            <a:spLocks noGrp="1"/>
          </p:cNvSpPr>
          <p:nvPr/>
        </p:nvSpPr>
        <p:spPr>
          <a:xfrm>
            <a:off x="812800" y="2031973"/>
            <a:ext cx="2298700" cy="2159456"/>
          </a:xfrm>
          <a:prstGeom prst="roundRect">
            <a:avLst>
              <a:gd name="adj" fmla="val 4587"/>
            </a:avLst>
          </a:prstGeom>
          <a:solidFill>
            <a:srgbClr val="EFECE7"/>
          </a:solidFill>
          <a:effectLst>
            <a:outerShdw blurRad="76200" dist="25400" dir="5400000" algn="bl" rotWithShape="0">
              <a:srgbClr val="3E3833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5" name="Image 0">
            <a:extLst>
              <a:ext uri="{FF2B5EF4-FFF2-40B4-BE49-F238E27FC236}">
                <a16:creationId xmlns:a16="http://schemas.microsoft.com/office/drawing/2014/main" id="{606ECAC6-53DD-4F08-AB40-40B31D02396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758950" y="2428214"/>
            <a:ext cx="406400" cy="406400"/>
          </a:xfrm>
          <a:prstGeom prst="rect">
            <a:avLst/>
          </a:prstGeom>
        </p:spPr>
      </p:pic>
      <p:sp>
        <p:nvSpPr>
          <p:cNvPr id="6" name="Text 3">
            <a:extLst>
              <a:ext uri="{FF2B5EF4-FFF2-40B4-BE49-F238E27FC236}">
                <a16:creationId xmlns:a16="http://schemas.microsoft.com/office/drawing/2014/main" id="{45CD5B99-0792-43AC-BF08-61316115D685}"/>
              </a:ext>
            </a:extLst>
          </p:cNvPr>
          <p:cNvSpPr>
            <a:spLocks noGrp="1"/>
          </p:cNvSpPr>
          <p:nvPr/>
        </p:nvSpPr>
        <p:spPr>
          <a:xfrm>
            <a:off x="1296417" y="3088614"/>
            <a:ext cx="1331416" cy="254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ctr">
              <a:lnSpc>
                <a:spcPts val="1800"/>
              </a:lnSpc>
              <a:buNone/>
            </a:pPr>
            <a:r>
              <a:rPr sz="1500" b="1">
                <a:solidFill>
                  <a:srgbClr val="3E3833"/>
                </a:solidFill>
                <a:latin typeface="IBM Plex Sans KR"/>
                <a:ea typeface="IBM Plex Sans KR"/>
                <a:cs typeface="IBM Plex Sans KR"/>
              </a:rPr>
              <a:t>여행 정보 입력</a:t>
            </a:r>
            <a:endParaRPr sz="150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E54D62C3-0C27-4151-853B-526EF0DA8C5D}"/>
              </a:ext>
            </a:extLst>
          </p:cNvPr>
          <p:cNvSpPr>
            <a:spLocks noGrp="1"/>
          </p:cNvSpPr>
          <p:nvPr/>
        </p:nvSpPr>
        <p:spPr>
          <a:xfrm>
            <a:off x="1266468" y="3517874"/>
            <a:ext cx="1391364" cy="2387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sz="1200">
                <a:solidFill>
                  <a:srgbClr val="8C847C"/>
                </a:solidFill>
                <a:latin typeface="IBM Plex Sans KR"/>
                <a:ea typeface="IBM Plex Sans KR"/>
                <a:cs typeface="IBM Plex Sans KR"/>
              </a:rPr>
              <a:t>방장이 링크로 초대</a:t>
            </a:r>
            <a:endParaRPr sz="1200"/>
          </a:p>
        </p:txBody>
      </p:sp>
      <p:pic>
        <p:nvPicPr>
          <p:cNvPr id="8" name="Image 1">
            <a:extLst>
              <a:ext uri="{FF2B5EF4-FFF2-40B4-BE49-F238E27FC236}">
                <a16:creationId xmlns:a16="http://schemas.microsoft.com/office/drawing/2014/main" id="{DE2D5188-BAFE-4FDB-9D10-2DA63C52D81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213100" y="3012642"/>
            <a:ext cx="254000" cy="152400"/>
          </a:xfrm>
          <a:prstGeom prst="rect">
            <a:avLst/>
          </a:prstGeom>
        </p:spPr>
      </p:pic>
      <p:sp>
        <p:nvSpPr>
          <p:cNvPr id="9" name="Shape 5">
            <a:extLst>
              <a:ext uri="{FF2B5EF4-FFF2-40B4-BE49-F238E27FC236}">
                <a16:creationId xmlns:a16="http://schemas.microsoft.com/office/drawing/2014/main" id="{56CFF462-ABE1-46D5-B552-BA1FA1129364}"/>
              </a:ext>
            </a:extLst>
          </p:cNvPr>
          <p:cNvSpPr>
            <a:spLocks noGrp="1"/>
          </p:cNvSpPr>
          <p:nvPr/>
        </p:nvSpPr>
        <p:spPr>
          <a:xfrm>
            <a:off x="3568700" y="2031973"/>
            <a:ext cx="2298700" cy="2159456"/>
          </a:xfrm>
          <a:prstGeom prst="roundRect">
            <a:avLst>
              <a:gd name="adj" fmla="val 4587"/>
            </a:avLst>
          </a:prstGeom>
          <a:solidFill>
            <a:srgbClr val="EFECE7"/>
          </a:solidFill>
          <a:effectLst>
            <a:outerShdw blurRad="76200" dist="25400" dir="5400000" algn="bl" rotWithShape="0">
              <a:srgbClr val="3E3833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10" name="Image 2">
            <a:extLst>
              <a:ext uri="{FF2B5EF4-FFF2-40B4-BE49-F238E27FC236}">
                <a16:creationId xmlns:a16="http://schemas.microsoft.com/office/drawing/2014/main" id="{E89C413A-C20D-4C48-8B76-B89F12FCEB8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4514850" y="2428214"/>
            <a:ext cx="406400" cy="406400"/>
          </a:xfrm>
          <a:prstGeom prst="rect">
            <a:avLst/>
          </a:prstGeom>
        </p:spPr>
      </p:pic>
      <p:sp>
        <p:nvSpPr>
          <p:cNvPr id="11" name="Text 6">
            <a:extLst>
              <a:ext uri="{FF2B5EF4-FFF2-40B4-BE49-F238E27FC236}">
                <a16:creationId xmlns:a16="http://schemas.microsoft.com/office/drawing/2014/main" id="{192AB502-8891-4D5A-BE37-633C03E49D98}"/>
              </a:ext>
            </a:extLst>
          </p:cNvPr>
          <p:cNvSpPr>
            <a:spLocks noGrp="1"/>
          </p:cNvSpPr>
          <p:nvPr/>
        </p:nvSpPr>
        <p:spPr>
          <a:xfrm>
            <a:off x="4179416" y="3088614"/>
            <a:ext cx="1077218" cy="254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ctr">
              <a:lnSpc>
                <a:spcPts val="1800"/>
              </a:lnSpc>
              <a:buNone/>
            </a:pPr>
            <a:r>
              <a:rPr sz="1500" b="1">
                <a:solidFill>
                  <a:srgbClr val="3E3833"/>
                </a:solidFill>
                <a:latin typeface="IBM Plex Sans KR"/>
                <a:ea typeface="IBM Plex Sans KR"/>
                <a:cs typeface="IBM Plex Sans KR"/>
              </a:rPr>
              <a:t>상황 6~8개</a:t>
            </a:r>
            <a:endParaRPr sz="1500"/>
          </a:p>
        </p:txBody>
      </p:sp>
      <p:sp>
        <p:nvSpPr>
          <p:cNvPr id="12" name="Text 7">
            <a:extLst>
              <a:ext uri="{FF2B5EF4-FFF2-40B4-BE49-F238E27FC236}">
                <a16:creationId xmlns:a16="http://schemas.microsoft.com/office/drawing/2014/main" id="{F417ADF2-790A-4032-B733-50B9D3A4862E}"/>
              </a:ext>
            </a:extLst>
          </p:cNvPr>
          <p:cNvSpPr>
            <a:spLocks noGrp="1"/>
          </p:cNvSpPr>
          <p:nvPr/>
        </p:nvSpPr>
        <p:spPr>
          <a:xfrm>
            <a:off x="3662171" y="3517874"/>
            <a:ext cx="2103120" cy="2387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sz="1200">
                <a:solidFill>
                  <a:srgbClr val="8C847C"/>
                </a:solidFill>
                <a:latin typeface="IBM Plex Sans KR"/>
                <a:ea typeface="IBM Plex Sans KR"/>
                <a:cs typeface="IBM Plex Sans KR"/>
              </a:rPr>
              <a:t>50개 중 AI가 골라 각색</a:t>
            </a:r>
            <a:endParaRPr sz="1200"/>
          </a:p>
        </p:txBody>
      </p:sp>
      <p:pic>
        <p:nvPicPr>
          <p:cNvPr id="13" name="Image 3">
            <a:extLst>
              <a:ext uri="{FF2B5EF4-FFF2-40B4-BE49-F238E27FC236}">
                <a16:creationId xmlns:a16="http://schemas.microsoft.com/office/drawing/2014/main" id="{559949E8-6D1C-4D97-9F86-F1A19520369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969000" y="3012642"/>
            <a:ext cx="254000" cy="152400"/>
          </a:xfrm>
          <a:prstGeom prst="rect">
            <a:avLst/>
          </a:prstGeom>
        </p:spPr>
      </p:pic>
      <p:sp>
        <p:nvSpPr>
          <p:cNvPr id="14" name="Shape 8">
            <a:extLst>
              <a:ext uri="{FF2B5EF4-FFF2-40B4-BE49-F238E27FC236}">
                <a16:creationId xmlns:a16="http://schemas.microsoft.com/office/drawing/2014/main" id="{109BEA45-4765-4766-9EF6-3F8D9A23E3E7}"/>
              </a:ext>
            </a:extLst>
          </p:cNvPr>
          <p:cNvSpPr>
            <a:spLocks noGrp="1"/>
          </p:cNvSpPr>
          <p:nvPr/>
        </p:nvSpPr>
        <p:spPr>
          <a:xfrm>
            <a:off x="6324600" y="2031973"/>
            <a:ext cx="2298700" cy="2159456"/>
          </a:xfrm>
          <a:prstGeom prst="roundRect">
            <a:avLst>
              <a:gd name="adj" fmla="val 4587"/>
            </a:avLst>
          </a:prstGeom>
          <a:solidFill>
            <a:srgbClr val="EFECE7"/>
          </a:solidFill>
          <a:effectLst>
            <a:outerShdw blurRad="76200" dist="25400" dir="5400000" algn="bl" rotWithShape="0">
              <a:srgbClr val="3E3833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15" name="Image 4">
            <a:extLst>
              <a:ext uri="{FF2B5EF4-FFF2-40B4-BE49-F238E27FC236}">
                <a16:creationId xmlns:a16="http://schemas.microsoft.com/office/drawing/2014/main" id="{197A923E-CB97-44F0-951B-8802F540F981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7270750" y="2428214"/>
            <a:ext cx="406400" cy="406400"/>
          </a:xfrm>
          <a:prstGeom prst="rect">
            <a:avLst/>
          </a:prstGeom>
        </p:spPr>
      </p:pic>
      <p:sp>
        <p:nvSpPr>
          <p:cNvPr id="16" name="Text 9">
            <a:extLst>
              <a:ext uri="{FF2B5EF4-FFF2-40B4-BE49-F238E27FC236}">
                <a16:creationId xmlns:a16="http://schemas.microsoft.com/office/drawing/2014/main" id="{C81790F8-C815-4188-8BEB-3B84434B79E0}"/>
              </a:ext>
            </a:extLst>
          </p:cNvPr>
          <p:cNvSpPr>
            <a:spLocks noGrp="1"/>
          </p:cNvSpPr>
          <p:nvPr/>
        </p:nvSpPr>
        <p:spPr>
          <a:xfrm>
            <a:off x="6808217" y="3088614"/>
            <a:ext cx="1331416" cy="254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ctr">
              <a:lnSpc>
                <a:spcPts val="1800"/>
              </a:lnSpc>
              <a:buNone/>
            </a:pPr>
            <a:r>
              <a:rPr sz="1500" b="1">
                <a:solidFill>
                  <a:srgbClr val="3E3833"/>
                </a:solidFill>
                <a:latin typeface="IBM Plex Sans KR"/>
                <a:ea typeface="IBM Plex Sans KR"/>
                <a:cs typeface="IBM Plex Sans KR"/>
              </a:rPr>
              <a:t>각자 따로 답변</a:t>
            </a:r>
            <a:endParaRPr sz="1500"/>
          </a:p>
        </p:txBody>
      </p:sp>
      <p:sp>
        <p:nvSpPr>
          <p:cNvPr id="17" name="Text 10">
            <a:extLst>
              <a:ext uri="{FF2B5EF4-FFF2-40B4-BE49-F238E27FC236}">
                <a16:creationId xmlns:a16="http://schemas.microsoft.com/office/drawing/2014/main" id="{8D9BBDA5-4890-482A-AA13-3EFEBD4FC0FB}"/>
              </a:ext>
            </a:extLst>
          </p:cNvPr>
          <p:cNvSpPr>
            <a:spLocks noGrp="1"/>
          </p:cNvSpPr>
          <p:nvPr/>
        </p:nvSpPr>
        <p:spPr>
          <a:xfrm>
            <a:off x="6756663" y="3517874"/>
            <a:ext cx="1434525" cy="2387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sz="1200">
                <a:solidFill>
                  <a:srgbClr val="8C847C"/>
                </a:solidFill>
                <a:latin typeface="IBM Plex Sans KR"/>
                <a:ea typeface="IBM Plex Sans KR"/>
                <a:cs typeface="IBM Plex Sans KR"/>
              </a:rPr>
              <a:t>원문은 서로 안 보임</a:t>
            </a:r>
            <a:endParaRPr sz="1200"/>
          </a:p>
        </p:txBody>
      </p:sp>
      <p:pic>
        <p:nvPicPr>
          <p:cNvPr id="18" name="Image 5">
            <a:extLst>
              <a:ext uri="{FF2B5EF4-FFF2-40B4-BE49-F238E27FC236}">
                <a16:creationId xmlns:a16="http://schemas.microsoft.com/office/drawing/2014/main" id="{A2990793-5D27-42D6-86F4-D21A027BE47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724900" y="3012642"/>
            <a:ext cx="254000" cy="152400"/>
          </a:xfrm>
          <a:prstGeom prst="rect">
            <a:avLst/>
          </a:prstGeom>
        </p:spPr>
      </p:pic>
      <p:sp>
        <p:nvSpPr>
          <p:cNvPr id="19" name="Shape 11">
            <a:extLst>
              <a:ext uri="{FF2B5EF4-FFF2-40B4-BE49-F238E27FC236}">
                <a16:creationId xmlns:a16="http://schemas.microsoft.com/office/drawing/2014/main" id="{D3D6601C-0323-4444-9735-66A17BCD959A}"/>
              </a:ext>
            </a:extLst>
          </p:cNvPr>
          <p:cNvSpPr>
            <a:spLocks noGrp="1"/>
          </p:cNvSpPr>
          <p:nvPr/>
        </p:nvSpPr>
        <p:spPr>
          <a:xfrm>
            <a:off x="9080500" y="2031973"/>
            <a:ext cx="2298700" cy="2159456"/>
          </a:xfrm>
          <a:prstGeom prst="roundRect">
            <a:avLst>
              <a:gd name="adj" fmla="val 4587"/>
            </a:avLst>
          </a:prstGeom>
          <a:solidFill>
            <a:srgbClr val="57504A"/>
          </a:solidFill>
          <a:effectLst>
            <a:outerShdw blurRad="76200" dist="25400" dir="5400000" algn="bl" rotWithShape="0">
              <a:srgbClr val="3E3833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20" name="Image 6">
            <a:extLst>
              <a:ext uri="{FF2B5EF4-FFF2-40B4-BE49-F238E27FC236}">
                <a16:creationId xmlns:a16="http://schemas.microsoft.com/office/drawing/2014/main" id="{68210A2B-5EF3-46DD-BF54-C412CA16DCED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10026650" y="2428214"/>
            <a:ext cx="406400" cy="406400"/>
          </a:xfrm>
          <a:prstGeom prst="rect">
            <a:avLst/>
          </a:prstGeom>
        </p:spPr>
      </p:pic>
      <p:sp>
        <p:nvSpPr>
          <p:cNvPr id="21" name="Text 12">
            <a:extLst>
              <a:ext uri="{FF2B5EF4-FFF2-40B4-BE49-F238E27FC236}">
                <a16:creationId xmlns:a16="http://schemas.microsoft.com/office/drawing/2014/main" id="{0F2E2C8E-EE00-42D7-B7F0-54AE185624BF}"/>
              </a:ext>
            </a:extLst>
          </p:cNvPr>
          <p:cNvSpPr>
            <a:spLocks noGrp="1"/>
          </p:cNvSpPr>
          <p:nvPr/>
        </p:nvSpPr>
        <p:spPr>
          <a:xfrm>
            <a:off x="9693062" y="3088614"/>
            <a:ext cx="1073527" cy="254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ctr">
              <a:lnSpc>
                <a:spcPts val="1800"/>
              </a:lnSpc>
              <a:buNone/>
            </a:pPr>
            <a:r>
              <a:rPr sz="1500" b="1">
                <a:solidFill>
                  <a:srgbClr val="F7F5F1"/>
                </a:solidFill>
                <a:latin typeface="IBM Plex Sans KR"/>
                <a:ea typeface="IBM Plex Sans KR"/>
                <a:cs typeface="IBM Plex Sans KR"/>
              </a:rPr>
              <a:t>추천 협약서</a:t>
            </a:r>
            <a:endParaRPr sz="1500"/>
          </a:p>
        </p:txBody>
      </p:sp>
      <p:sp>
        <p:nvSpPr>
          <p:cNvPr id="22" name="Text 13">
            <a:extLst>
              <a:ext uri="{FF2B5EF4-FFF2-40B4-BE49-F238E27FC236}">
                <a16:creationId xmlns:a16="http://schemas.microsoft.com/office/drawing/2014/main" id="{29F3AE0F-B6C0-4E0B-AFEC-5D76C5F43DE8}"/>
              </a:ext>
            </a:extLst>
          </p:cNvPr>
          <p:cNvSpPr>
            <a:spLocks noGrp="1"/>
          </p:cNvSpPr>
          <p:nvPr/>
        </p:nvSpPr>
        <p:spPr>
          <a:xfrm>
            <a:off x="9172575" y="3517858"/>
            <a:ext cx="2114550" cy="238697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defPPr algn="ctr">
              <a:defRPr sz="1350" b="0" i="0">
                <a:solidFill>
                  <a:srgbClr val="D9CFC4"/>
                </a:solidFill>
                <a:latin typeface="IBM Plex Sans KR"/>
                <a:ea typeface="IBM Plex Sans KR"/>
                <a:cs typeface="IBM Plex Sans KR"/>
              </a:defRPr>
            </a:defPPr>
          </a:lstStyle>
          <a:p>
            <a:pPr algn="ctr">
              <a:defRPr sz="1350" b="0" i="0">
                <a:solidFill>
                  <a:srgbClr val="D9CFC4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350" b="0" i="0" u="none">
                <a:solidFill>
                  <a:srgbClr val="D9CFC4"/>
                </a:solidFill>
                <a:latin typeface="IBM Plex Sans KR"/>
                <a:ea typeface="IBM Plex Sans KR"/>
                <a:cs typeface="IBM Plex Sans KR"/>
              </a:rPr>
              <a:t>방장 편집 · 이미지 저장</a:t>
            </a:r>
          </a:p>
        </p:txBody>
      </p:sp>
      <p:sp>
        <p:nvSpPr>
          <p:cNvPr id="23" name="Text 14">
            <a:extLst>
              <a:ext uri="{FF2B5EF4-FFF2-40B4-BE49-F238E27FC236}">
                <a16:creationId xmlns:a16="http://schemas.microsoft.com/office/drawing/2014/main" id="{329A5A6A-CD00-4BED-8552-657A0FF2955D}"/>
              </a:ext>
            </a:extLst>
          </p:cNvPr>
          <p:cNvSpPr>
            <a:spLocks noGrp="1"/>
          </p:cNvSpPr>
          <p:nvPr/>
        </p:nvSpPr>
        <p:spPr>
          <a:xfrm>
            <a:off x="812800" y="4521630"/>
            <a:ext cx="5207000" cy="502890"/>
          </a:xfrm>
          <a:prstGeom prst="roundRect">
            <a:avLst>
              <a:gd name="adj" fmla="val 50000"/>
            </a:avLst>
          </a:prstGeom>
          <a:solidFill>
            <a:srgbClr val="EFECE7"/>
          </a:solidFill>
        </p:spPr>
        <p:txBody>
          <a:bodyPr wrap="square" lIns="83707" tIns="53354" rIns="83707" bIns="27954" anchor="ctr">
            <a:normAutofit/>
          </a:bodyPr>
          <a:lstStyle>
            <a:defPPr algn="ctr">
              <a:defRPr sz="1500" b="0" i="0">
                <a:solidFill>
                  <a:srgbClr val="3E3833"/>
                </a:solidFill>
                <a:latin typeface="IBM Plex Sans KR"/>
                <a:ea typeface="IBM Plex Sans KR"/>
                <a:cs typeface="IBM Plex Sans KR"/>
              </a:defRPr>
            </a:defPPr>
          </a:lstStyle>
          <a:p>
            <a:pPr algn="ctr">
              <a:defRPr sz="1500" b="0" i="0">
                <a:solidFill>
                  <a:srgbClr val="3E3833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500" b="0" i="0" u="none">
                <a:solidFill>
                  <a:srgbClr val="3E3833"/>
                </a:solidFill>
                <a:latin typeface="IBM Plex Sans KR"/>
                <a:ea typeface="IBM Plex Sans KR"/>
                <a:cs typeface="IBM Plex Sans KR"/>
              </a:rPr>
              <a:t>각자 원하는 행동을 고르고, 필요하면 메모</a:t>
            </a:r>
          </a:p>
        </p:txBody>
      </p:sp>
      <p:sp>
        <p:nvSpPr>
          <p:cNvPr id="24" name="Text 15">
            <a:extLst>
              <a:ext uri="{FF2B5EF4-FFF2-40B4-BE49-F238E27FC236}">
                <a16:creationId xmlns:a16="http://schemas.microsoft.com/office/drawing/2014/main" id="{5645BA0C-355E-4F25-94CC-402E195C18BB}"/>
              </a:ext>
            </a:extLst>
          </p:cNvPr>
          <p:cNvSpPr>
            <a:spLocks noGrp="1"/>
          </p:cNvSpPr>
          <p:nvPr/>
        </p:nvSpPr>
        <p:spPr>
          <a:xfrm>
            <a:off x="6172200" y="4521630"/>
            <a:ext cx="5207000" cy="502890"/>
          </a:xfrm>
          <a:prstGeom prst="roundRect">
            <a:avLst>
              <a:gd name="adj" fmla="val 50000"/>
            </a:avLst>
          </a:prstGeom>
          <a:solidFill>
            <a:srgbClr val="EFECE7"/>
          </a:solidFill>
        </p:spPr>
        <p:txBody>
          <a:bodyPr wrap="square" lIns="83707" tIns="53354" rIns="83707" bIns="27954" anchor="ctr">
            <a:normAutofit/>
          </a:bodyPr>
          <a:lstStyle>
            <a:defPPr algn="ctr">
              <a:defRPr sz="1400" b="0" i="0">
                <a:solidFill>
                  <a:srgbClr val="3E3833"/>
                </a:solidFill>
                <a:latin typeface="IBM Plex Sans KR"/>
                <a:ea typeface="IBM Plex Sans KR"/>
                <a:cs typeface="IBM Plex Sans KR"/>
              </a:defRPr>
            </a:defPPr>
          </a:lstStyle>
          <a:p>
            <a:pPr algn="ctr">
              <a:defRPr sz="1400" b="0" i="0">
                <a:solidFill>
                  <a:srgbClr val="3E3833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400" b="0" i="0" u="none">
                <a:solidFill>
                  <a:srgbClr val="3E3833"/>
                </a:solidFill>
                <a:latin typeface="IBM Plex Sans KR"/>
                <a:ea typeface="IBM Plex Sans KR"/>
                <a:cs typeface="IBM Plex Sans KR"/>
              </a:rPr>
              <a:t>결과는 “추천안 발급”으로 표시</a:t>
            </a:r>
          </a:p>
        </p:txBody>
      </p:sp>
      <p:sp>
        <p:nvSpPr>
          <p:cNvPr id="26" name="Text 17">
            <a:extLst>
              <a:ext uri="{FF2B5EF4-FFF2-40B4-BE49-F238E27FC236}">
                <a16:creationId xmlns:a16="http://schemas.microsoft.com/office/drawing/2014/main" id="{A58716E0-7768-4B8F-8965-7B771C924A9D}"/>
              </a:ext>
            </a:extLst>
          </p:cNvPr>
          <p:cNvSpPr>
            <a:spLocks noGrp="1"/>
          </p:cNvSpPr>
          <p:nvPr/>
        </p:nvSpPr>
        <p:spPr>
          <a:xfrm>
            <a:off x="812768" y="6238304"/>
            <a:ext cx="9048750" cy="238697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defPPr algn="l">
              <a:defRPr sz="1125" b="0" i="0">
                <a:solidFill>
                  <a:srgbClr val="A39B92"/>
                </a:solidFill>
                <a:latin typeface="IBM Plex Sans KR"/>
                <a:ea typeface="IBM Plex Sans KR"/>
                <a:cs typeface="IBM Plex Sans KR"/>
              </a:defRPr>
            </a:defPPr>
          </a:lstStyle>
          <a:p>
            <a:pPr algn="l">
              <a:defRPr sz="1125" b="0" i="0">
                <a:solidFill>
                  <a:srgbClr val="A39B92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125" b="0" i="0" u="none">
                <a:solidFill>
                  <a:srgbClr val="A39B92"/>
                </a:solidFill>
                <a:latin typeface="IBM Plex Sans KR"/>
                <a:ea typeface="IBM Plex Sans KR"/>
                <a:cs typeface="IBM Plex Sans KR"/>
              </a:rPr>
              <a:t>TEAM ItBM  ·  docs/SPEC.md F1~F5</a:t>
            </a:r>
          </a:p>
        </p:txBody>
      </p:sp>
      <p:sp>
        <p:nvSpPr>
          <p:cNvPr id="27" name="Text 18">
            <a:extLst>
              <a:ext uri="{FF2B5EF4-FFF2-40B4-BE49-F238E27FC236}">
                <a16:creationId xmlns:a16="http://schemas.microsoft.com/office/drawing/2014/main" id="{5EE49B9A-C966-406D-A20F-E6C08F6DB2E7}"/>
              </a:ext>
            </a:extLst>
          </p:cNvPr>
          <p:cNvSpPr>
            <a:spLocks noGrp="1"/>
          </p:cNvSpPr>
          <p:nvPr/>
        </p:nvSpPr>
        <p:spPr>
          <a:xfrm>
            <a:off x="9417050" y="6238280"/>
            <a:ext cx="1962150" cy="2387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defPPr algn="r">
              <a:defRPr sz="1200" b="0" i="0">
                <a:solidFill>
                  <a:srgbClr val="A39B92"/>
                </a:solidFill>
                <a:latin typeface="IBM Plex Sans KR"/>
                <a:ea typeface="IBM Plex Sans KR"/>
                <a:cs typeface="IBM Plex Sans KR"/>
              </a:defRPr>
            </a:defPPr>
          </a:lstStyle>
          <a:p>
            <a:pPr algn="r">
              <a:defRPr sz="1200" b="0" i="0">
                <a:solidFill>
                  <a:srgbClr val="A39B92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200" b="0" i="0" u="none">
                <a:solidFill>
                  <a:srgbClr val="A39B92"/>
                </a:solidFill>
                <a:latin typeface="IBM Plex Sans KR"/>
                <a:ea typeface="IBM Plex Sans KR"/>
                <a:cs typeface="IBM Plex Sans KR"/>
              </a:rPr>
              <a:t>08 / 11</a:t>
            </a:r>
          </a:p>
        </p:txBody>
      </p:sp>
      <p:sp>
        <p:nvSpPr>
          <p:cNvPr id="28" name="Tag F Shape 2">
            <a:extLst>
              <a:ext uri="{FF2B5EF4-FFF2-40B4-BE49-F238E27FC236}">
                <a16:creationId xmlns:a16="http://schemas.microsoft.com/office/drawing/2014/main" id="{ED819566-47B9-4D50-A6F6-04A7C90AA83D}"/>
              </a:ext>
            </a:extLst>
          </p:cNvPr>
          <p:cNvSpPr>
            <a:spLocks noGrp="1"/>
          </p:cNvSpPr>
          <p:nvPr/>
        </p:nvSpPr>
        <p:spPr>
          <a:xfrm>
            <a:off x="2059940" y="2141701"/>
            <a:ext cx="914400" cy="219456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defPPr algn="r">
              <a:defRPr sz="1050" b="0" i="0">
                <a:solidFill>
                  <a:srgbClr val="A39B92"/>
                </a:solidFill>
                <a:latin typeface="IBM Plex Sans KR"/>
                <a:ea typeface="IBM Plex Sans KR"/>
                <a:cs typeface="IBM Plex Sans KR"/>
              </a:defRPr>
            </a:defPPr>
          </a:lstStyle>
          <a:p>
            <a:pPr algn="r">
              <a:defRPr sz="1050" b="0" i="0">
                <a:solidFill>
                  <a:srgbClr val="A39B92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050" b="0" i="0" u="none">
                <a:solidFill>
                  <a:srgbClr val="A39B92"/>
                </a:solidFill>
                <a:latin typeface="IBM Plex Sans KR"/>
                <a:ea typeface="IBM Plex Sans KR"/>
                <a:cs typeface="IBM Plex Sans KR"/>
              </a:rPr>
              <a:t>F1</a:t>
            </a:r>
          </a:p>
        </p:txBody>
      </p:sp>
      <p:sp>
        <p:nvSpPr>
          <p:cNvPr id="29" name="Tag F Shape 5">
            <a:extLst>
              <a:ext uri="{FF2B5EF4-FFF2-40B4-BE49-F238E27FC236}">
                <a16:creationId xmlns:a16="http://schemas.microsoft.com/office/drawing/2014/main" id="{9031A44A-5D1A-4DC4-91B7-01EA737B7623}"/>
              </a:ext>
            </a:extLst>
          </p:cNvPr>
          <p:cNvSpPr>
            <a:spLocks noGrp="1"/>
          </p:cNvSpPr>
          <p:nvPr/>
        </p:nvSpPr>
        <p:spPr>
          <a:xfrm>
            <a:off x="4815840" y="2141701"/>
            <a:ext cx="914400" cy="219456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defPPr algn="r">
              <a:defRPr sz="1050" b="0" i="0">
                <a:solidFill>
                  <a:srgbClr val="A39B92"/>
                </a:solidFill>
                <a:latin typeface="IBM Plex Sans KR"/>
                <a:ea typeface="IBM Plex Sans KR"/>
                <a:cs typeface="IBM Plex Sans KR"/>
              </a:defRPr>
            </a:defPPr>
          </a:lstStyle>
          <a:p>
            <a:pPr algn="r">
              <a:defRPr sz="1050" b="0" i="0">
                <a:solidFill>
                  <a:srgbClr val="A39B92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050" b="0" i="0" u="none">
                <a:solidFill>
                  <a:srgbClr val="A39B92"/>
                </a:solidFill>
                <a:latin typeface="IBM Plex Sans KR"/>
                <a:ea typeface="IBM Plex Sans KR"/>
                <a:cs typeface="IBM Plex Sans KR"/>
              </a:rPr>
              <a:t>F2</a:t>
            </a:r>
          </a:p>
        </p:txBody>
      </p:sp>
      <p:sp>
        <p:nvSpPr>
          <p:cNvPr id="30" name="Tag F Shape 8">
            <a:extLst>
              <a:ext uri="{FF2B5EF4-FFF2-40B4-BE49-F238E27FC236}">
                <a16:creationId xmlns:a16="http://schemas.microsoft.com/office/drawing/2014/main" id="{8F82C56C-5980-400D-BD21-48DC937703CF}"/>
              </a:ext>
            </a:extLst>
          </p:cNvPr>
          <p:cNvSpPr>
            <a:spLocks noGrp="1"/>
          </p:cNvSpPr>
          <p:nvPr/>
        </p:nvSpPr>
        <p:spPr>
          <a:xfrm>
            <a:off x="7571740" y="2141701"/>
            <a:ext cx="914400" cy="219456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defPPr algn="r">
              <a:defRPr sz="1050" b="0" i="0">
                <a:solidFill>
                  <a:srgbClr val="A39B92"/>
                </a:solidFill>
                <a:latin typeface="IBM Plex Sans KR"/>
                <a:ea typeface="IBM Plex Sans KR"/>
                <a:cs typeface="IBM Plex Sans KR"/>
              </a:defRPr>
            </a:defPPr>
          </a:lstStyle>
          <a:p>
            <a:pPr algn="r">
              <a:defRPr sz="1050" b="0" i="0">
                <a:solidFill>
                  <a:srgbClr val="A39B92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050" b="0" i="0" u="none">
                <a:solidFill>
                  <a:srgbClr val="A39B92"/>
                </a:solidFill>
                <a:latin typeface="IBM Plex Sans KR"/>
                <a:ea typeface="IBM Plex Sans KR"/>
                <a:cs typeface="IBM Plex Sans KR"/>
              </a:rPr>
              <a:t>F3</a:t>
            </a:r>
          </a:p>
        </p:txBody>
      </p:sp>
      <p:sp>
        <p:nvSpPr>
          <p:cNvPr id="31" name="Tag F Shape 11">
            <a:extLst>
              <a:ext uri="{FF2B5EF4-FFF2-40B4-BE49-F238E27FC236}">
                <a16:creationId xmlns:a16="http://schemas.microsoft.com/office/drawing/2014/main" id="{144A67BC-B07F-4B85-A78A-A7CC68239D13}"/>
              </a:ext>
            </a:extLst>
          </p:cNvPr>
          <p:cNvSpPr>
            <a:spLocks noGrp="1"/>
          </p:cNvSpPr>
          <p:nvPr/>
        </p:nvSpPr>
        <p:spPr>
          <a:xfrm>
            <a:off x="10327640" y="2141701"/>
            <a:ext cx="914400" cy="219456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defPPr algn="r">
              <a:defRPr sz="1050" b="0" i="0">
                <a:solidFill>
                  <a:srgbClr val="B5ABA0"/>
                </a:solidFill>
                <a:latin typeface="IBM Plex Sans KR"/>
                <a:ea typeface="IBM Plex Sans KR"/>
                <a:cs typeface="IBM Plex Sans KR"/>
              </a:defRPr>
            </a:defPPr>
          </a:lstStyle>
          <a:p>
            <a:pPr algn="r">
              <a:defRPr sz="1050" b="0" i="0">
                <a:solidFill>
                  <a:srgbClr val="B5ABA0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050" b="0" i="0" u="none">
                <a:solidFill>
                  <a:srgbClr val="B5ABA0"/>
                </a:solidFill>
                <a:latin typeface="IBM Plex Sans KR"/>
                <a:ea typeface="IBM Plex Sans KR"/>
                <a:cs typeface="IBM Plex Sans KR"/>
              </a:rPr>
              <a:t>F4 · F5</a:t>
            </a:r>
          </a:p>
        </p:txBody>
      </p:sp>
    </p:spTree>
    <p:extLst>
      <p:ext uri="{BB962C8B-B14F-4D97-AF65-F5344CB8AC3E}">
        <p14:creationId xmlns:p14="http://schemas.microsoft.com/office/powerpoint/2010/main" val="1897315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A1C5A0CD-3270-4D8A-981B-84167ACBB821}"/>
              </a:ext>
            </a:extLst>
          </p:cNvPr>
          <p:cNvSpPr>
            <a:spLocks noGrp="1"/>
          </p:cNvSpPr>
          <p:nvPr/>
        </p:nvSpPr>
        <p:spPr>
          <a:xfrm>
            <a:off x="812800" y="812800"/>
            <a:ext cx="457200" cy="25400"/>
          </a:xfrm>
          <a:prstGeom prst="rect">
            <a:avLst/>
          </a:prstGeom>
          <a:solidFill>
            <a:srgbClr val="B8895A"/>
          </a:solidFill>
        </p:spPr>
        <p:txBody>
          <a:bodyPr/>
          <a:lstStyle/>
          <a:p>
            <a:endParaRPr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DD4675CB-1B98-4AFB-9EE6-9AD58DA71D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768" y="1091793"/>
            <a:ext cx="6191250" cy="513017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91482"/>
          </a:bodyPr>
          <a:lstStyle>
            <a:defPPr algn="l">
              <a:defRPr sz="3200" b="1" i="0">
                <a:solidFill>
                  <a:srgbClr val="3E3833"/>
                </a:solidFill>
                <a:latin typeface="Noto Serif KR"/>
                <a:ea typeface="Noto Serif KR"/>
                <a:cs typeface="Noto Serif KR"/>
              </a:defRPr>
            </a:defPPr>
          </a:lstStyle>
          <a:p>
            <a:pPr algn="l">
              <a:defRPr sz="3200" b="1" i="0">
                <a:solidFill>
                  <a:srgbClr val="3E3833"/>
                </a:solidFill>
                <a:latin typeface="Noto Serif KR"/>
                <a:ea typeface="Noto Serif KR"/>
                <a:cs typeface="Noto Serif KR"/>
              </a:defRPr>
            </a:pPr>
            <a:r>
              <a:rPr sz="3200" b="1" i="0" u="none">
                <a:solidFill>
                  <a:srgbClr val="3E3833"/>
                </a:solidFill>
                <a:latin typeface="Noto Serif KR"/>
                <a:ea typeface="Noto Serif KR"/>
                <a:cs typeface="Noto Serif KR"/>
              </a:rPr>
              <a:t>스펙 도출 근거</a:t>
            </a: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6AC9CB79-CD4F-40A3-9175-32BB0494D955}"/>
              </a:ext>
            </a:extLst>
          </p:cNvPr>
          <p:cNvSpPr>
            <a:spLocks noGrp="1"/>
          </p:cNvSpPr>
          <p:nvPr/>
        </p:nvSpPr>
        <p:spPr>
          <a:xfrm>
            <a:off x="8286750" y="1323308"/>
            <a:ext cx="3086100" cy="25650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defPPr algn="r">
              <a:defRPr sz="1350" b="0" i="0">
                <a:solidFill>
                  <a:srgbClr val="8C847C"/>
                </a:solidFill>
                <a:latin typeface="IBM Plex Sans KR"/>
                <a:ea typeface="IBM Plex Sans KR"/>
                <a:cs typeface="IBM Plex Sans KR"/>
              </a:defRPr>
            </a:defPPr>
          </a:lstStyle>
          <a:p>
            <a:pPr algn="r">
              <a:defRPr sz="1350" b="0" i="0">
                <a:solidFill>
                  <a:srgbClr val="8C847C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350" b="0" i="0" u="none">
                <a:solidFill>
                  <a:srgbClr val="8C847C"/>
                </a:solidFill>
                <a:latin typeface="IBM Plex Sans KR"/>
                <a:ea typeface="IBM Plex Sans KR"/>
                <a:cs typeface="IBM Plex Sans KR"/>
              </a:rPr>
              <a:t>인터뷰 개념 → 제품 스펙 v2</a:t>
            </a:r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D6873179-6581-49C1-85E5-8CCBF7778757}"/>
              </a:ext>
            </a:extLst>
          </p:cNvPr>
          <p:cNvSpPr>
            <a:spLocks noGrp="1"/>
          </p:cNvSpPr>
          <p:nvPr/>
        </p:nvSpPr>
        <p:spPr>
          <a:xfrm>
            <a:off x="812768" y="6238304"/>
            <a:ext cx="9048750" cy="238697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defPPr algn="l">
              <a:defRPr sz="1125" b="0" i="0">
                <a:solidFill>
                  <a:srgbClr val="A39B92"/>
                </a:solidFill>
                <a:latin typeface="IBM Plex Sans KR"/>
                <a:ea typeface="IBM Plex Sans KR"/>
                <a:cs typeface="IBM Plex Sans KR"/>
              </a:defRPr>
            </a:defPPr>
          </a:lstStyle>
          <a:p>
            <a:pPr algn="l">
              <a:defRPr sz="1125" b="0" i="0">
                <a:solidFill>
                  <a:srgbClr val="A39B92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125" b="0" i="0" u="none">
                <a:solidFill>
                  <a:srgbClr val="A39B92"/>
                </a:solidFill>
                <a:latin typeface="IBM Plex Sans KR"/>
                <a:ea typeface="IBM Plex Sans KR"/>
                <a:cs typeface="IBM Plex Sans KR"/>
              </a:rPr>
              <a:t>TEAM ItBM  ·  docs/ontology.yaml field_mappings · docs/SPEC.md</a:t>
            </a:r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F1FFFBCD-D896-436C-98D8-0F3C9C7846BB}"/>
              </a:ext>
            </a:extLst>
          </p:cNvPr>
          <p:cNvSpPr>
            <a:spLocks noGrp="1"/>
          </p:cNvSpPr>
          <p:nvPr/>
        </p:nvSpPr>
        <p:spPr>
          <a:xfrm>
            <a:off x="9417050" y="6238280"/>
            <a:ext cx="1962150" cy="2387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defPPr algn="r">
              <a:defRPr sz="1200" b="0" i="0">
                <a:solidFill>
                  <a:srgbClr val="A39B92"/>
                </a:solidFill>
                <a:latin typeface="IBM Plex Sans KR"/>
                <a:ea typeface="IBM Plex Sans KR"/>
                <a:cs typeface="IBM Plex Sans KR"/>
              </a:defRPr>
            </a:defPPr>
          </a:lstStyle>
          <a:p>
            <a:pPr algn="r">
              <a:defRPr sz="1200" b="0" i="0">
                <a:solidFill>
                  <a:srgbClr val="A39B92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200" b="0" i="0" u="none">
                <a:solidFill>
                  <a:srgbClr val="A39B92"/>
                </a:solidFill>
                <a:latin typeface="IBM Plex Sans KR"/>
                <a:ea typeface="IBM Plex Sans KR"/>
                <a:cs typeface="IBM Plex Sans KR"/>
              </a:rPr>
              <a:t>09 / 11</a:t>
            </a:r>
          </a:p>
        </p:txBody>
      </p:sp>
      <p:sp>
        <p:nvSpPr>
          <p:cNvPr id="27" name="Map Card 1">
            <a:extLst>
              <a:ext uri="{FF2B5EF4-FFF2-40B4-BE49-F238E27FC236}">
                <a16:creationId xmlns:a16="http://schemas.microsoft.com/office/drawing/2014/main" id="{59324215-9853-439F-911B-1C01016BDCAC}"/>
              </a:ext>
            </a:extLst>
          </p:cNvPr>
          <p:cNvSpPr>
            <a:spLocks noGrp="1"/>
          </p:cNvSpPr>
          <p:nvPr/>
        </p:nvSpPr>
        <p:spPr>
          <a:xfrm>
            <a:off x="813816" y="1883664"/>
            <a:ext cx="10570464" cy="841248"/>
          </a:xfrm>
          <a:prstGeom prst="roundRect">
            <a:avLst>
              <a:gd name="adj" fmla="val 11278"/>
            </a:avLst>
          </a:prstGeom>
          <a:solidFill>
            <a:srgbClr val="EFECE7"/>
          </a:solidFill>
          <a:effectLst>
            <a:outerShdw blurRad="76200" dist="25400" dir="5400000" algn="bl" rotWithShape="0">
              <a:srgbClr val="3E3833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9" name="Map Concept 1">
            <a:extLst>
              <a:ext uri="{FF2B5EF4-FFF2-40B4-BE49-F238E27FC236}">
                <a16:creationId xmlns:a16="http://schemas.microsoft.com/office/drawing/2014/main" id="{25F8E9E0-D18B-433E-A2E6-C0E9ABED4882}"/>
              </a:ext>
            </a:extLst>
          </p:cNvPr>
          <p:cNvSpPr>
            <a:spLocks noGrp="1"/>
          </p:cNvSpPr>
          <p:nvPr/>
        </p:nvSpPr>
        <p:spPr>
          <a:xfrm>
            <a:off x="1042415" y="2011679"/>
            <a:ext cx="1828800" cy="34747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ts val="2520"/>
              </a:lnSpc>
              <a:buNone/>
            </a:pPr>
            <a:r>
              <a:rPr sz="1800" b="1">
                <a:solidFill>
                  <a:srgbClr val="9A6F42"/>
                </a:solidFill>
                <a:latin typeface="Noto Serif KR"/>
                <a:ea typeface="Noto Serif KR"/>
                <a:cs typeface="Noto Serif KR"/>
              </a:rPr>
              <a:t>상황 · 활동</a:t>
            </a:r>
            <a:endParaRPr sz="1800"/>
          </a:p>
        </p:txBody>
      </p:sp>
      <p:sp>
        <p:nvSpPr>
          <p:cNvPr id="32" name="Map Logs 1">
            <a:extLst>
              <a:ext uri="{FF2B5EF4-FFF2-40B4-BE49-F238E27FC236}">
                <a16:creationId xmlns:a16="http://schemas.microsoft.com/office/drawing/2014/main" id="{84A3B990-FEAD-4EBB-8514-FAC831F7D727}"/>
              </a:ext>
            </a:extLst>
          </p:cNvPr>
          <p:cNvSpPr>
            <a:spLocks noGrp="1"/>
          </p:cNvSpPr>
          <p:nvPr/>
        </p:nvSpPr>
        <p:spPr>
          <a:xfrm>
            <a:off x="1042415" y="2395728"/>
            <a:ext cx="1828800" cy="219456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defPPr algn="l">
              <a:defRPr sz="1050" b="0" i="0">
                <a:solidFill>
                  <a:srgbClr val="A39B92"/>
                </a:solidFill>
                <a:latin typeface="IBM Plex Sans KR"/>
                <a:ea typeface="IBM Plex Sans KR"/>
                <a:cs typeface="IBM Plex Sans KR"/>
              </a:defRPr>
            </a:defPPr>
          </a:lstStyle>
          <a:p>
            <a:pPr algn="l">
              <a:defRPr sz="1050" b="0" i="0">
                <a:solidFill>
                  <a:srgbClr val="A39B92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050" b="0" i="0" u="none">
                <a:solidFill>
                  <a:srgbClr val="A39B92"/>
                </a:solidFill>
                <a:latin typeface="IBM Plex Sans KR"/>
                <a:ea typeface="IBM Plex Sans KR"/>
                <a:cs typeface="IBM Plex Sans KR"/>
              </a:rPr>
              <a:t>로그 1·2·4·6·9</a:t>
            </a:r>
          </a:p>
        </p:txBody>
      </p:sp>
      <p:sp>
        <p:nvSpPr>
          <p:cNvPr id="36" name="Map Arrow 1">
            <a:extLst>
              <a:ext uri="{FF2B5EF4-FFF2-40B4-BE49-F238E27FC236}">
                <a16:creationId xmlns:a16="http://schemas.microsoft.com/office/drawing/2014/main" id="{29D68418-5647-461E-A41D-DA78118E65B5}"/>
              </a:ext>
            </a:extLst>
          </p:cNvPr>
          <p:cNvSpPr>
            <a:spLocks noGrp="1"/>
          </p:cNvSpPr>
          <p:nvPr/>
        </p:nvSpPr>
        <p:spPr>
          <a:xfrm>
            <a:off x="2788920" y="2139696"/>
            <a:ext cx="365760" cy="329184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defPPr algn="r">
              <a:defRPr sz="1800" b="0" i="0">
                <a:solidFill>
                  <a:srgbClr val="C9A57E"/>
                </a:solidFill>
                <a:latin typeface="IBM Plex Sans KR"/>
                <a:ea typeface="IBM Plex Sans KR"/>
                <a:cs typeface="IBM Plex Sans KR"/>
              </a:defRPr>
            </a:defPPr>
          </a:lstStyle>
          <a:p>
            <a:pPr algn="r">
              <a:defRPr sz="1800" b="0" i="0">
                <a:solidFill>
                  <a:srgbClr val="C9A57E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800" b="0" i="0" u="none">
                <a:solidFill>
                  <a:srgbClr val="C9A57E"/>
                </a:solidFill>
                <a:latin typeface="IBM Plex Sans KR"/>
                <a:ea typeface="IBM Plex Sans KR"/>
                <a:cs typeface="IBM Plex Sans KR"/>
              </a:rPr>
              <a:t>→</a:t>
            </a:r>
          </a:p>
        </p:txBody>
      </p:sp>
      <p:sp>
        <p:nvSpPr>
          <p:cNvPr id="41" name="Map Spec 1">
            <a:extLst>
              <a:ext uri="{FF2B5EF4-FFF2-40B4-BE49-F238E27FC236}">
                <a16:creationId xmlns:a16="http://schemas.microsoft.com/office/drawing/2014/main" id="{52DD184F-C00C-43B4-A290-7A2115F3E62D}"/>
              </a:ext>
            </a:extLst>
          </p:cNvPr>
          <p:cNvSpPr>
            <a:spLocks noGrp="1"/>
          </p:cNvSpPr>
          <p:nvPr/>
        </p:nvSpPr>
        <p:spPr>
          <a:xfrm>
            <a:off x="3291840" y="2020824"/>
            <a:ext cx="5852160" cy="56692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>
            <a:defPPr algn="l">
              <a:defRPr sz="1425" b="0" i="0">
                <a:solidFill>
                  <a:srgbClr val="3E3833"/>
                </a:solidFill>
                <a:latin typeface="IBM Plex Sans KR"/>
                <a:ea typeface="IBM Plex Sans KR"/>
                <a:cs typeface="IBM Plex Sans KR"/>
              </a:defRPr>
            </a:defPPr>
          </a:lstStyle>
          <a:p>
            <a:pPr algn="l">
              <a:defRPr sz="1425" b="0" i="0">
                <a:solidFill>
                  <a:srgbClr val="3E3833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425" b="0" i="0" u="none" dirty="0" err="1">
                <a:solidFill>
                  <a:srgbClr val="3E3833"/>
                </a:solidFill>
                <a:latin typeface="IBM Plex Sans KR"/>
                <a:ea typeface="IBM Plex Sans KR"/>
                <a:cs typeface="IBM Plex Sans KR"/>
              </a:rPr>
              <a:t>가상</a:t>
            </a:r>
            <a:r>
              <a:rPr sz="1425" b="0" i="0" u="none" dirty="0">
                <a:solidFill>
                  <a:srgbClr val="3E3833"/>
                </a:solidFill>
                <a:latin typeface="IBM Plex Sans KR"/>
                <a:ea typeface="IBM Plex Sans KR"/>
                <a:cs typeface="IBM Plex Sans KR"/>
              </a:rPr>
              <a:t> </a:t>
            </a:r>
            <a:r>
              <a:rPr sz="1425" b="0" i="0" u="none" dirty="0" err="1">
                <a:solidFill>
                  <a:srgbClr val="3E3833"/>
                </a:solidFill>
                <a:latin typeface="IBM Plex Sans KR"/>
                <a:ea typeface="IBM Plex Sans KR"/>
                <a:cs typeface="IBM Plex Sans KR"/>
              </a:rPr>
              <a:t>문항의</a:t>
            </a:r>
            <a:r>
              <a:rPr sz="1425" b="0" i="0" u="none" dirty="0">
                <a:solidFill>
                  <a:srgbClr val="3E3833"/>
                </a:solidFill>
                <a:latin typeface="IBM Plex Sans KR"/>
                <a:ea typeface="IBM Plex Sans KR"/>
                <a:cs typeface="IBM Plex Sans KR"/>
              </a:rPr>
              <a:t> </a:t>
            </a:r>
            <a:r>
              <a:rPr sz="1425" b="0" i="0" u="none" dirty="0" err="1">
                <a:solidFill>
                  <a:srgbClr val="3E3833"/>
                </a:solidFill>
                <a:latin typeface="IBM Plex Sans KR"/>
                <a:ea typeface="IBM Plex Sans KR"/>
                <a:cs typeface="IBM Plex Sans KR"/>
              </a:rPr>
              <a:t>장면과</a:t>
            </a:r>
            <a:r>
              <a:rPr sz="1425" b="0" i="0" u="none" dirty="0">
                <a:solidFill>
                  <a:srgbClr val="3E3833"/>
                </a:solidFill>
                <a:latin typeface="IBM Plex Sans KR"/>
                <a:ea typeface="IBM Plex Sans KR"/>
                <a:cs typeface="IBM Plex Sans KR"/>
              </a:rPr>
              <a:t> </a:t>
            </a:r>
            <a:r>
              <a:rPr sz="1425" b="0" i="0" u="none" dirty="0" err="1">
                <a:solidFill>
                  <a:srgbClr val="3E3833"/>
                </a:solidFill>
                <a:latin typeface="IBM Plex Sans KR"/>
                <a:ea typeface="IBM Plex Sans KR"/>
                <a:cs typeface="IBM Plex Sans KR"/>
              </a:rPr>
              <a:t>선택지로</a:t>
            </a:r>
            <a:r>
              <a:rPr sz="1425" b="0" i="0" u="none" dirty="0">
                <a:solidFill>
                  <a:srgbClr val="3E3833"/>
                </a:solidFill>
                <a:latin typeface="IBM Plex Sans KR"/>
                <a:ea typeface="IBM Plex Sans KR"/>
                <a:cs typeface="IBM Plex Sans KR"/>
              </a:rPr>
              <a:t> </a:t>
            </a:r>
            <a:r>
              <a:rPr sz="1425" b="0" i="0" u="none" dirty="0" err="1">
                <a:solidFill>
                  <a:srgbClr val="3E3833"/>
                </a:solidFill>
                <a:latin typeface="IBM Plex Sans KR"/>
                <a:ea typeface="IBM Plex Sans KR"/>
                <a:cs typeface="IBM Plex Sans KR"/>
              </a:rPr>
              <a:t>각색</a:t>
            </a:r>
            <a:endParaRPr sz="1425" b="0" i="0" u="none" dirty="0">
              <a:solidFill>
                <a:srgbClr val="3E3833"/>
              </a:solidFill>
              <a:latin typeface="IBM Plex Sans KR"/>
              <a:ea typeface="IBM Plex Sans KR"/>
              <a:cs typeface="IBM Plex Sans KR"/>
            </a:endParaRPr>
          </a:p>
          <a:p>
            <a:pPr algn="l">
              <a:defRPr sz="1425" b="0" i="0">
                <a:solidFill>
                  <a:srgbClr val="3E3833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425" b="0" i="0" u="none" dirty="0" err="1">
                <a:solidFill>
                  <a:srgbClr val="3E3833"/>
                </a:solidFill>
                <a:latin typeface="IBM Plex Sans KR"/>
                <a:ea typeface="IBM Plex Sans KR"/>
                <a:cs typeface="IBM Plex Sans KR"/>
              </a:rPr>
              <a:t>실제</a:t>
            </a:r>
            <a:r>
              <a:rPr sz="1425" b="0" i="0" u="none" dirty="0">
                <a:solidFill>
                  <a:srgbClr val="3E3833"/>
                </a:solidFill>
                <a:latin typeface="IBM Plex Sans KR"/>
                <a:ea typeface="IBM Plex Sans KR"/>
                <a:cs typeface="IBM Plex Sans KR"/>
              </a:rPr>
              <a:t> </a:t>
            </a:r>
            <a:r>
              <a:rPr sz="1425" b="0" i="0" u="none" dirty="0" err="1">
                <a:solidFill>
                  <a:srgbClr val="3E3833"/>
                </a:solidFill>
                <a:latin typeface="IBM Plex Sans KR"/>
                <a:ea typeface="IBM Plex Sans KR"/>
                <a:cs typeface="IBM Plex Sans KR"/>
              </a:rPr>
              <a:t>일정·예약</a:t>
            </a:r>
            <a:r>
              <a:rPr sz="1425" b="0" i="0" u="none" dirty="0">
                <a:solidFill>
                  <a:srgbClr val="3E3833"/>
                </a:solidFill>
                <a:latin typeface="IBM Plex Sans KR"/>
                <a:ea typeface="IBM Plex Sans KR"/>
                <a:cs typeface="IBM Plex Sans KR"/>
              </a:rPr>
              <a:t> </a:t>
            </a:r>
            <a:r>
              <a:rPr sz="1425" b="0" i="0" u="none" dirty="0" err="1">
                <a:solidFill>
                  <a:srgbClr val="3E3833"/>
                </a:solidFill>
                <a:latin typeface="IBM Plex Sans KR"/>
                <a:ea typeface="IBM Plex Sans KR"/>
                <a:cs typeface="IBM Plex Sans KR"/>
              </a:rPr>
              <a:t>사실로</a:t>
            </a:r>
            <a:r>
              <a:rPr sz="1425" b="0" i="0" u="none" dirty="0">
                <a:solidFill>
                  <a:srgbClr val="3E3833"/>
                </a:solidFill>
                <a:latin typeface="IBM Plex Sans KR"/>
                <a:ea typeface="IBM Plex Sans KR"/>
                <a:cs typeface="IBM Plex Sans KR"/>
              </a:rPr>
              <a:t> </a:t>
            </a:r>
            <a:r>
              <a:rPr sz="1425" b="0" i="0" u="none" dirty="0" err="1">
                <a:solidFill>
                  <a:srgbClr val="3E3833"/>
                </a:solidFill>
                <a:latin typeface="IBM Plex Sans KR"/>
                <a:ea typeface="IBM Plex Sans KR"/>
                <a:cs typeface="IBM Plex Sans KR"/>
              </a:rPr>
              <a:t>바꾸지</a:t>
            </a:r>
            <a:r>
              <a:rPr sz="1425" b="0" i="0" u="none" dirty="0">
                <a:solidFill>
                  <a:srgbClr val="3E3833"/>
                </a:solidFill>
                <a:latin typeface="IBM Plex Sans KR"/>
                <a:ea typeface="IBM Plex Sans KR"/>
                <a:cs typeface="IBM Plex Sans KR"/>
              </a:rPr>
              <a:t> </a:t>
            </a:r>
            <a:r>
              <a:rPr sz="1425" b="0" i="0" u="none" dirty="0" err="1">
                <a:solidFill>
                  <a:srgbClr val="3E3833"/>
                </a:solidFill>
                <a:latin typeface="IBM Plex Sans KR"/>
                <a:ea typeface="IBM Plex Sans KR"/>
                <a:cs typeface="IBM Plex Sans KR"/>
              </a:rPr>
              <a:t>않음</a:t>
            </a:r>
            <a:endParaRPr sz="1425" b="0" i="0" u="none" dirty="0">
              <a:solidFill>
                <a:srgbClr val="3E3833"/>
              </a:solidFill>
              <a:latin typeface="IBM Plex Sans KR"/>
              <a:ea typeface="IBM Plex Sans KR"/>
              <a:cs typeface="IBM Plex Sans KR"/>
            </a:endParaRPr>
          </a:p>
        </p:txBody>
      </p:sp>
      <p:sp>
        <p:nvSpPr>
          <p:cNvPr id="47" name="Map Ids 1">
            <a:extLst>
              <a:ext uri="{FF2B5EF4-FFF2-40B4-BE49-F238E27FC236}">
                <a16:creationId xmlns:a16="http://schemas.microsoft.com/office/drawing/2014/main" id="{AC7FB666-6A50-48F7-9BF1-E57813AB2905}"/>
              </a:ext>
            </a:extLst>
          </p:cNvPr>
          <p:cNvSpPr>
            <a:spLocks noGrp="1"/>
          </p:cNvSpPr>
          <p:nvPr/>
        </p:nvSpPr>
        <p:spPr>
          <a:xfrm>
            <a:off x="9326880" y="2194560"/>
            <a:ext cx="1828800" cy="237744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defPPr algn="r">
              <a:defRPr sz="1200" b="0" i="0">
                <a:solidFill>
                  <a:srgbClr val="9A6F42"/>
                </a:solidFill>
                <a:latin typeface="IBM Plex Sans KR"/>
                <a:ea typeface="IBM Plex Sans KR"/>
                <a:cs typeface="IBM Plex Sans KR"/>
              </a:defRPr>
            </a:defPPr>
          </a:lstStyle>
          <a:p>
            <a:pPr algn="r">
              <a:defRPr sz="1200" b="0" i="0">
                <a:solidFill>
                  <a:srgbClr val="9A6F42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200" b="0" i="0" u="none">
                <a:solidFill>
                  <a:srgbClr val="9A6F42"/>
                </a:solidFill>
                <a:latin typeface="IBM Plex Sans KR"/>
                <a:ea typeface="IBM Plex Sans KR"/>
                <a:cs typeface="IBM Plex Sans KR"/>
              </a:rPr>
              <a:t>F2 · AC1 · AC7 · AC15</a:t>
            </a:r>
          </a:p>
        </p:txBody>
      </p:sp>
      <p:sp>
        <p:nvSpPr>
          <p:cNvPr id="54" name="Map Card 2">
            <a:extLst>
              <a:ext uri="{FF2B5EF4-FFF2-40B4-BE49-F238E27FC236}">
                <a16:creationId xmlns:a16="http://schemas.microsoft.com/office/drawing/2014/main" id="{13E413A3-D2B0-45C2-B118-8337AF161E88}"/>
              </a:ext>
            </a:extLst>
          </p:cNvPr>
          <p:cNvSpPr>
            <a:spLocks noGrp="1"/>
          </p:cNvSpPr>
          <p:nvPr/>
        </p:nvSpPr>
        <p:spPr>
          <a:xfrm>
            <a:off x="813816" y="2852928"/>
            <a:ext cx="10570464" cy="841248"/>
          </a:xfrm>
          <a:prstGeom prst="roundRect">
            <a:avLst>
              <a:gd name="adj" fmla="val 11278"/>
            </a:avLst>
          </a:prstGeom>
          <a:solidFill>
            <a:srgbClr val="EFECE7"/>
          </a:solidFill>
          <a:effectLst>
            <a:outerShdw blurRad="76200" dist="25400" dir="5400000" algn="bl" rotWithShape="0">
              <a:srgbClr val="3E3833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62" name="Map Concept 2">
            <a:extLst>
              <a:ext uri="{FF2B5EF4-FFF2-40B4-BE49-F238E27FC236}">
                <a16:creationId xmlns:a16="http://schemas.microsoft.com/office/drawing/2014/main" id="{1FC52ECA-F874-449E-9E85-544739FB161E}"/>
              </a:ext>
            </a:extLst>
          </p:cNvPr>
          <p:cNvSpPr>
            <a:spLocks noGrp="1"/>
          </p:cNvSpPr>
          <p:nvPr/>
        </p:nvSpPr>
        <p:spPr>
          <a:xfrm>
            <a:off x="1042415" y="2980944"/>
            <a:ext cx="1828800" cy="34747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ts val="2520"/>
              </a:lnSpc>
              <a:buNone/>
            </a:pPr>
            <a:r>
              <a:rPr sz="1800" b="1">
                <a:solidFill>
                  <a:srgbClr val="9A6F42"/>
                </a:solidFill>
                <a:latin typeface="Noto Serif KR"/>
                <a:ea typeface="Noto Serif KR"/>
                <a:cs typeface="Noto Serif KR"/>
              </a:rPr>
              <a:t>입장</a:t>
            </a:r>
            <a:endParaRPr sz="1800"/>
          </a:p>
        </p:txBody>
      </p:sp>
      <p:sp>
        <p:nvSpPr>
          <p:cNvPr id="71" name="Map Logs 2">
            <a:extLst>
              <a:ext uri="{FF2B5EF4-FFF2-40B4-BE49-F238E27FC236}">
                <a16:creationId xmlns:a16="http://schemas.microsoft.com/office/drawing/2014/main" id="{79E49F75-51DC-4552-9221-8475C1AB9958}"/>
              </a:ext>
            </a:extLst>
          </p:cNvPr>
          <p:cNvSpPr>
            <a:spLocks noGrp="1"/>
          </p:cNvSpPr>
          <p:nvPr/>
        </p:nvSpPr>
        <p:spPr>
          <a:xfrm>
            <a:off x="1042415" y="3364992"/>
            <a:ext cx="1828800" cy="219456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defPPr algn="l">
              <a:defRPr sz="1050" b="0" i="0">
                <a:solidFill>
                  <a:srgbClr val="A39B92"/>
                </a:solidFill>
                <a:latin typeface="IBM Plex Sans KR"/>
                <a:ea typeface="IBM Plex Sans KR"/>
                <a:cs typeface="IBM Plex Sans KR"/>
              </a:defRPr>
            </a:defPPr>
          </a:lstStyle>
          <a:p>
            <a:pPr algn="l">
              <a:defRPr sz="1050" b="0" i="0">
                <a:solidFill>
                  <a:srgbClr val="A39B92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050" b="0" i="0" u="none">
                <a:solidFill>
                  <a:srgbClr val="A39B92"/>
                </a:solidFill>
                <a:latin typeface="IBM Plex Sans KR"/>
                <a:ea typeface="IBM Plex Sans KR"/>
                <a:cs typeface="IBM Plex Sans KR"/>
              </a:rPr>
              <a:t>로그 1·2·6·9</a:t>
            </a:r>
          </a:p>
        </p:txBody>
      </p:sp>
      <p:sp>
        <p:nvSpPr>
          <p:cNvPr id="81" name="Map Arrow 2">
            <a:extLst>
              <a:ext uri="{FF2B5EF4-FFF2-40B4-BE49-F238E27FC236}">
                <a16:creationId xmlns:a16="http://schemas.microsoft.com/office/drawing/2014/main" id="{297CB81F-3B8A-474D-88EA-191B3B2860C1}"/>
              </a:ext>
            </a:extLst>
          </p:cNvPr>
          <p:cNvSpPr>
            <a:spLocks noGrp="1"/>
          </p:cNvSpPr>
          <p:nvPr/>
        </p:nvSpPr>
        <p:spPr>
          <a:xfrm>
            <a:off x="2788920" y="3108960"/>
            <a:ext cx="365760" cy="329184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defPPr algn="r">
              <a:defRPr sz="1800" b="0" i="0">
                <a:solidFill>
                  <a:srgbClr val="C9A57E"/>
                </a:solidFill>
                <a:latin typeface="IBM Plex Sans KR"/>
                <a:ea typeface="IBM Plex Sans KR"/>
                <a:cs typeface="IBM Plex Sans KR"/>
              </a:defRPr>
            </a:defPPr>
          </a:lstStyle>
          <a:p>
            <a:pPr algn="r">
              <a:defRPr sz="1800" b="0" i="0">
                <a:solidFill>
                  <a:srgbClr val="C9A57E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800" b="0" i="0" u="none">
                <a:solidFill>
                  <a:srgbClr val="C9A57E"/>
                </a:solidFill>
                <a:latin typeface="IBM Plex Sans KR"/>
                <a:ea typeface="IBM Plex Sans KR"/>
                <a:cs typeface="IBM Plex Sans KR"/>
              </a:rPr>
              <a:t>→</a:t>
            </a:r>
          </a:p>
        </p:txBody>
      </p:sp>
      <p:sp>
        <p:nvSpPr>
          <p:cNvPr id="92" name="Map Spec 2">
            <a:extLst>
              <a:ext uri="{FF2B5EF4-FFF2-40B4-BE49-F238E27FC236}">
                <a16:creationId xmlns:a16="http://schemas.microsoft.com/office/drawing/2014/main" id="{AC2FDEFC-EDE5-42A4-B58C-7E3452D3335E}"/>
              </a:ext>
            </a:extLst>
          </p:cNvPr>
          <p:cNvSpPr>
            <a:spLocks noGrp="1"/>
          </p:cNvSpPr>
          <p:nvPr/>
        </p:nvSpPr>
        <p:spPr>
          <a:xfrm>
            <a:off x="3291840" y="2990087"/>
            <a:ext cx="5852160" cy="56692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>
            <a:defPPr algn="l">
              <a:defRPr sz="1425" b="0" i="0">
                <a:solidFill>
                  <a:srgbClr val="3E3833"/>
                </a:solidFill>
                <a:latin typeface="IBM Plex Sans KR"/>
                <a:ea typeface="IBM Plex Sans KR"/>
                <a:cs typeface="IBM Plex Sans KR"/>
              </a:defRPr>
            </a:defPPr>
          </a:lstStyle>
          <a:p>
            <a:pPr algn="l">
              <a:defRPr sz="1425" b="0" i="0">
                <a:solidFill>
                  <a:srgbClr val="3E3833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425" b="0" i="0" u="none" dirty="0" err="1">
                <a:solidFill>
                  <a:srgbClr val="3E3833"/>
                </a:solidFill>
                <a:latin typeface="IBM Plex Sans KR"/>
                <a:ea typeface="IBM Plex Sans KR"/>
                <a:cs typeface="IBM Plex Sans KR"/>
              </a:rPr>
              <a:t>선택과</a:t>
            </a:r>
            <a:r>
              <a:rPr sz="1425" b="0" i="0" u="none" dirty="0">
                <a:solidFill>
                  <a:srgbClr val="3E3833"/>
                </a:solidFill>
                <a:latin typeface="IBM Plex Sans KR"/>
                <a:ea typeface="IBM Plex Sans KR"/>
                <a:cs typeface="IBM Plex Sans KR"/>
              </a:rPr>
              <a:t> </a:t>
            </a:r>
            <a:r>
              <a:rPr sz="1425" b="0" i="0" u="none" dirty="0" err="1">
                <a:solidFill>
                  <a:srgbClr val="3E3833"/>
                </a:solidFill>
                <a:latin typeface="IBM Plex Sans KR"/>
                <a:ea typeface="IBM Plex Sans KR"/>
                <a:cs typeface="IBM Plex Sans KR"/>
              </a:rPr>
              <a:t>메모에서</a:t>
            </a:r>
            <a:r>
              <a:rPr sz="1425" b="0" i="0" u="none" dirty="0">
                <a:solidFill>
                  <a:srgbClr val="3E3833"/>
                </a:solidFill>
                <a:latin typeface="IBM Plex Sans KR"/>
                <a:ea typeface="IBM Plex Sans KR"/>
                <a:cs typeface="IBM Plex Sans KR"/>
              </a:rPr>
              <a:t> </a:t>
            </a:r>
            <a:r>
              <a:rPr sz="1425" b="0" i="0" u="none" dirty="0" err="1">
                <a:solidFill>
                  <a:srgbClr val="3E3833"/>
                </a:solidFill>
                <a:latin typeface="IBM Plex Sans KR"/>
                <a:ea typeface="IBM Plex Sans KR"/>
                <a:cs typeface="IBM Plex Sans KR"/>
              </a:rPr>
              <a:t>바람·한계·이유를</a:t>
            </a:r>
            <a:r>
              <a:rPr sz="1425" b="0" i="0" u="none" dirty="0">
                <a:solidFill>
                  <a:srgbClr val="3E3833"/>
                </a:solidFill>
                <a:latin typeface="IBM Plex Sans KR"/>
                <a:ea typeface="IBM Plex Sans KR"/>
                <a:cs typeface="IBM Plex Sans KR"/>
              </a:rPr>
              <a:t> </a:t>
            </a:r>
            <a:r>
              <a:rPr sz="1425" b="0" i="0" u="none" dirty="0" err="1">
                <a:solidFill>
                  <a:srgbClr val="3E3833"/>
                </a:solidFill>
                <a:latin typeface="IBM Plex Sans KR"/>
                <a:ea typeface="IBM Plex Sans KR"/>
                <a:cs typeface="IBM Plex Sans KR"/>
              </a:rPr>
              <a:t>해석</a:t>
            </a:r>
            <a:endParaRPr sz="1425" b="0" i="0" u="none" dirty="0">
              <a:solidFill>
                <a:srgbClr val="3E3833"/>
              </a:solidFill>
              <a:latin typeface="IBM Plex Sans KR"/>
              <a:ea typeface="IBM Plex Sans KR"/>
              <a:cs typeface="IBM Plex Sans KR"/>
            </a:endParaRPr>
          </a:p>
          <a:p>
            <a:pPr algn="l">
              <a:defRPr sz="1425" b="0" i="0">
                <a:solidFill>
                  <a:srgbClr val="3E3833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425" b="0" i="0" u="none" dirty="0" err="1">
                <a:solidFill>
                  <a:srgbClr val="3E3833"/>
                </a:solidFill>
                <a:latin typeface="IBM Plex Sans KR"/>
                <a:ea typeface="IBM Plex Sans KR"/>
                <a:cs typeface="IBM Plex Sans KR"/>
              </a:rPr>
              <a:t>선택을</a:t>
            </a:r>
            <a:r>
              <a:rPr sz="1425" b="0" i="0" u="none" dirty="0">
                <a:solidFill>
                  <a:srgbClr val="3E3833"/>
                </a:solidFill>
                <a:latin typeface="IBM Plex Sans KR"/>
                <a:ea typeface="IBM Plex Sans KR"/>
                <a:cs typeface="IBM Plex Sans KR"/>
              </a:rPr>
              <a:t> </a:t>
            </a:r>
            <a:r>
              <a:rPr sz="1425" b="0" i="0" u="none" dirty="0" err="1">
                <a:solidFill>
                  <a:srgbClr val="3E3833"/>
                </a:solidFill>
                <a:latin typeface="IBM Plex Sans KR"/>
                <a:ea typeface="IBM Plex Sans KR"/>
                <a:cs typeface="IBM Plex Sans KR"/>
              </a:rPr>
              <a:t>수정한</a:t>
            </a:r>
            <a:r>
              <a:rPr sz="1425" b="0" i="0" u="none" dirty="0">
                <a:solidFill>
                  <a:srgbClr val="3E3833"/>
                </a:solidFill>
                <a:latin typeface="IBM Plex Sans KR"/>
                <a:ea typeface="IBM Plex Sans KR"/>
                <a:cs typeface="IBM Plex Sans KR"/>
              </a:rPr>
              <a:t> </a:t>
            </a:r>
            <a:r>
              <a:rPr sz="1425" b="0" i="0" u="none" dirty="0" err="1">
                <a:solidFill>
                  <a:srgbClr val="3E3833"/>
                </a:solidFill>
                <a:latin typeface="IBM Plex Sans KR"/>
                <a:ea typeface="IBM Plex Sans KR"/>
                <a:cs typeface="IBM Plex Sans KR"/>
              </a:rPr>
              <a:t>메모가</a:t>
            </a:r>
            <a:r>
              <a:rPr sz="1425" b="0" i="0" u="none" dirty="0">
                <a:solidFill>
                  <a:srgbClr val="3E3833"/>
                </a:solidFill>
                <a:latin typeface="IBM Plex Sans KR"/>
                <a:ea typeface="IBM Plex Sans KR"/>
                <a:cs typeface="IBM Plex Sans KR"/>
              </a:rPr>
              <a:t> </a:t>
            </a:r>
            <a:r>
              <a:rPr sz="1425" b="0" i="0" u="none" dirty="0" err="1">
                <a:solidFill>
                  <a:srgbClr val="3E3833"/>
                </a:solidFill>
                <a:latin typeface="IBM Plex Sans KR"/>
                <a:ea typeface="IBM Plex Sans KR"/>
                <a:cs typeface="IBM Plex Sans KR"/>
              </a:rPr>
              <a:t>우선</a:t>
            </a:r>
            <a:r>
              <a:rPr sz="1425" b="0" i="0" u="none" dirty="0">
                <a:solidFill>
                  <a:srgbClr val="3E3833"/>
                </a:solidFill>
                <a:latin typeface="IBM Plex Sans KR"/>
                <a:ea typeface="IBM Plex Sans KR"/>
                <a:cs typeface="IBM Plex Sans KR"/>
              </a:rPr>
              <a:t>, </a:t>
            </a:r>
            <a:r>
              <a:rPr sz="1425" b="0" i="0" u="none" dirty="0" err="1">
                <a:solidFill>
                  <a:srgbClr val="3E3833"/>
                </a:solidFill>
                <a:latin typeface="IBM Plex Sans KR"/>
                <a:ea typeface="IBM Plex Sans KR"/>
                <a:cs typeface="IBM Plex Sans KR"/>
              </a:rPr>
              <a:t>메모를</a:t>
            </a:r>
            <a:r>
              <a:rPr sz="1425" b="0" i="0" u="none" dirty="0">
                <a:solidFill>
                  <a:srgbClr val="3E3833"/>
                </a:solidFill>
                <a:latin typeface="IBM Plex Sans KR"/>
                <a:ea typeface="IBM Plex Sans KR"/>
                <a:cs typeface="IBM Plex Sans KR"/>
              </a:rPr>
              <a:t> </a:t>
            </a:r>
            <a:r>
              <a:rPr sz="1425" b="0" i="0" u="none" dirty="0" err="1">
                <a:solidFill>
                  <a:srgbClr val="3E3833"/>
                </a:solidFill>
                <a:latin typeface="IBM Plex Sans KR"/>
                <a:ea typeface="IBM Plex Sans KR"/>
                <a:cs typeface="IBM Plex Sans KR"/>
              </a:rPr>
              <a:t>실제로</a:t>
            </a:r>
            <a:r>
              <a:rPr sz="1425" b="0" i="0" u="none" dirty="0">
                <a:solidFill>
                  <a:srgbClr val="3E3833"/>
                </a:solidFill>
                <a:latin typeface="IBM Plex Sans KR"/>
                <a:ea typeface="IBM Plex Sans KR"/>
                <a:cs typeface="IBM Plex Sans KR"/>
              </a:rPr>
              <a:t> </a:t>
            </a:r>
            <a:r>
              <a:rPr sz="1425" b="0" i="0" u="none" dirty="0" err="1">
                <a:solidFill>
                  <a:srgbClr val="3E3833"/>
                </a:solidFill>
                <a:latin typeface="IBM Plex Sans KR"/>
                <a:ea typeface="IBM Plex Sans KR"/>
                <a:cs typeface="IBM Plex Sans KR"/>
              </a:rPr>
              <a:t>한</a:t>
            </a:r>
            <a:r>
              <a:rPr sz="1425" b="0" i="0" u="none" dirty="0">
                <a:solidFill>
                  <a:srgbClr val="3E3833"/>
                </a:solidFill>
                <a:latin typeface="IBM Plex Sans KR"/>
                <a:ea typeface="IBM Plex Sans KR"/>
                <a:cs typeface="IBM Plex Sans KR"/>
              </a:rPr>
              <a:t> </a:t>
            </a:r>
            <a:r>
              <a:rPr sz="1425" b="0" i="0" u="none" dirty="0" err="1">
                <a:solidFill>
                  <a:srgbClr val="3E3833"/>
                </a:solidFill>
                <a:latin typeface="IBM Plex Sans KR"/>
                <a:ea typeface="IBM Plex Sans KR"/>
                <a:cs typeface="IBM Plex Sans KR"/>
              </a:rPr>
              <a:t>말로</a:t>
            </a:r>
            <a:r>
              <a:rPr sz="1425" b="0" i="0" u="none" dirty="0">
                <a:solidFill>
                  <a:srgbClr val="3E3833"/>
                </a:solidFill>
                <a:latin typeface="IBM Plex Sans KR"/>
                <a:ea typeface="IBM Plex Sans KR"/>
                <a:cs typeface="IBM Plex Sans KR"/>
              </a:rPr>
              <a:t> </a:t>
            </a:r>
            <a:r>
              <a:rPr sz="1425" b="0" i="0" u="none" dirty="0" err="1">
                <a:solidFill>
                  <a:srgbClr val="3E3833"/>
                </a:solidFill>
                <a:latin typeface="IBM Plex Sans KR"/>
                <a:ea typeface="IBM Plex Sans KR"/>
                <a:cs typeface="IBM Plex Sans KR"/>
              </a:rPr>
              <a:t>보지</a:t>
            </a:r>
            <a:r>
              <a:rPr sz="1425" b="0" i="0" u="none" dirty="0">
                <a:solidFill>
                  <a:srgbClr val="3E3833"/>
                </a:solidFill>
                <a:latin typeface="IBM Plex Sans KR"/>
                <a:ea typeface="IBM Plex Sans KR"/>
                <a:cs typeface="IBM Plex Sans KR"/>
              </a:rPr>
              <a:t> </a:t>
            </a:r>
            <a:r>
              <a:rPr sz="1425" b="0" i="0" u="none" dirty="0" err="1">
                <a:solidFill>
                  <a:srgbClr val="3E3833"/>
                </a:solidFill>
                <a:latin typeface="IBM Plex Sans KR"/>
                <a:ea typeface="IBM Plex Sans KR"/>
                <a:cs typeface="IBM Plex Sans KR"/>
              </a:rPr>
              <a:t>않음</a:t>
            </a:r>
            <a:endParaRPr sz="1425" b="0" i="0" u="none" dirty="0">
              <a:solidFill>
                <a:srgbClr val="3E3833"/>
              </a:solidFill>
              <a:latin typeface="IBM Plex Sans KR"/>
              <a:ea typeface="IBM Plex Sans KR"/>
              <a:cs typeface="IBM Plex Sans KR"/>
            </a:endParaRPr>
          </a:p>
        </p:txBody>
      </p:sp>
      <p:sp>
        <p:nvSpPr>
          <p:cNvPr id="104" name="Map Ids 2">
            <a:extLst>
              <a:ext uri="{FF2B5EF4-FFF2-40B4-BE49-F238E27FC236}">
                <a16:creationId xmlns:a16="http://schemas.microsoft.com/office/drawing/2014/main" id="{2817D9F9-6234-475F-82BE-134075929ECB}"/>
              </a:ext>
            </a:extLst>
          </p:cNvPr>
          <p:cNvSpPr>
            <a:spLocks noGrp="1"/>
          </p:cNvSpPr>
          <p:nvPr/>
        </p:nvSpPr>
        <p:spPr>
          <a:xfrm>
            <a:off x="9326880" y="3163823"/>
            <a:ext cx="1828800" cy="237744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defPPr algn="r">
              <a:defRPr sz="1200" b="0" i="0">
                <a:solidFill>
                  <a:srgbClr val="9A6F42"/>
                </a:solidFill>
                <a:latin typeface="IBM Plex Sans KR"/>
                <a:ea typeface="IBM Plex Sans KR"/>
                <a:cs typeface="IBM Plex Sans KR"/>
              </a:defRPr>
            </a:defPPr>
          </a:lstStyle>
          <a:p>
            <a:pPr algn="r">
              <a:defRPr sz="1200" b="0" i="0">
                <a:solidFill>
                  <a:srgbClr val="9A6F42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200" b="0" i="0" u="none">
                <a:solidFill>
                  <a:srgbClr val="9A6F42"/>
                </a:solidFill>
                <a:latin typeface="IBM Plex Sans KR"/>
                <a:ea typeface="IBM Plex Sans KR"/>
                <a:cs typeface="IBM Plex Sans KR"/>
              </a:rPr>
              <a:t>F3 · F4 · AC6</a:t>
            </a:r>
          </a:p>
        </p:txBody>
      </p:sp>
      <p:sp>
        <p:nvSpPr>
          <p:cNvPr id="117" name="Map Card 3">
            <a:extLst>
              <a:ext uri="{FF2B5EF4-FFF2-40B4-BE49-F238E27FC236}">
                <a16:creationId xmlns:a16="http://schemas.microsoft.com/office/drawing/2014/main" id="{8CE16F7B-6E19-42E1-B905-4BA04F17AB96}"/>
              </a:ext>
            </a:extLst>
          </p:cNvPr>
          <p:cNvSpPr>
            <a:spLocks noGrp="1"/>
          </p:cNvSpPr>
          <p:nvPr/>
        </p:nvSpPr>
        <p:spPr>
          <a:xfrm>
            <a:off x="813816" y="3822192"/>
            <a:ext cx="10570464" cy="841248"/>
          </a:xfrm>
          <a:prstGeom prst="roundRect">
            <a:avLst>
              <a:gd name="adj" fmla="val 11278"/>
            </a:avLst>
          </a:prstGeom>
          <a:solidFill>
            <a:srgbClr val="EFECE7"/>
          </a:solidFill>
          <a:effectLst>
            <a:outerShdw blurRad="76200" dist="25400" dir="5400000" algn="bl" rotWithShape="0">
              <a:srgbClr val="3E3833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31" name="Map Concept 3">
            <a:extLst>
              <a:ext uri="{FF2B5EF4-FFF2-40B4-BE49-F238E27FC236}">
                <a16:creationId xmlns:a16="http://schemas.microsoft.com/office/drawing/2014/main" id="{3D2D7001-DAD3-465F-B4A1-12223E23276E}"/>
              </a:ext>
            </a:extLst>
          </p:cNvPr>
          <p:cNvSpPr>
            <a:spLocks noGrp="1"/>
          </p:cNvSpPr>
          <p:nvPr/>
        </p:nvSpPr>
        <p:spPr>
          <a:xfrm>
            <a:off x="1042415" y="3950208"/>
            <a:ext cx="1828800" cy="34747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ts val="2520"/>
              </a:lnSpc>
              <a:buNone/>
            </a:pPr>
            <a:r>
              <a:rPr sz="1800" b="1">
                <a:solidFill>
                  <a:srgbClr val="9A6F42"/>
                </a:solidFill>
                <a:latin typeface="Noto Serif KR"/>
                <a:ea typeface="Noto Serif KR"/>
                <a:cs typeface="Noto Serif KR"/>
              </a:rPr>
              <a:t>조율안</a:t>
            </a:r>
            <a:endParaRPr sz="1800"/>
          </a:p>
        </p:txBody>
      </p:sp>
      <p:sp>
        <p:nvSpPr>
          <p:cNvPr id="146" name="Map Logs 3">
            <a:extLst>
              <a:ext uri="{FF2B5EF4-FFF2-40B4-BE49-F238E27FC236}">
                <a16:creationId xmlns:a16="http://schemas.microsoft.com/office/drawing/2014/main" id="{22F973A3-4089-4BEA-9EB2-F9F9DAA9A866}"/>
              </a:ext>
            </a:extLst>
          </p:cNvPr>
          <p:cNvSpPr>
            <a:spLocks noGrp="1"/>
          </p:cNvSpPr>
          <p:nvPr/>
        </p:nvSpPr>
        <p:spPr>
          <a:xfrm>
            <a:off x="1042415" y="4334256"/>
            <a:ext cx="1828800" cy="219456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defPPr algn="l">
              <a:defRPr sz="1050" b="0" i="0">
                <a:solidFill>
                  <a:srgbClr val="A39B92"/>
                </a:solidFill>
                <a:latin typeface="IBM Plex Sans KR"/>
                <a:ea typeface="IBM Plex Sans KR"/>
                <a:cs typeface="IBM Plex Sans KR"/>
              </a:defRPr>
            </a:defPPr>
          </a:lstStyle>
          <a:p>
            <a:pPr algn="l">
              <a:defRPr sz="1050" b="0" i="0">
                <a:solidFill>
                  <a:srgbClr val="A39B92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050" b="0" i="0" u="none">
                <a:solidFill>
                  <a:srgbClr val="A39B92"/>
                </a:solidFill>
                <a:latin typeface="IBM Plex Sans KR"/>
                <a:ea typeface="IBM Plex Sans KR"/>
                <a:cs typeface="IBM Plex Sans KR"/>
              </a:rPr>
              <a:t>로그 1·2·4·9</a:t>
            </a:r>
          </a:p>
        </p:txBody>
      </p:sp>
      <p:sp>
        <p:nvSpPr>
          <p:cNvPr id="162" name="Map Arrow 3">
            <a:extLst>
              <a:ext uri="{FF2B5EF4-FFF2-40B4-BE49-F238E27FC236}">
                <a16:creationId xmlns:a16="http://schemas.microsoft.com/office/drawing/2014/main" id="{B939518C-D187-47A6-AC0C-9C7B0BAE9733}"/>
              </a:ext>
            </a:extLst>
          </p:cNvPr>
          <p:cNvSpPr>
            <a:spLocks noGrp="1"/>
          </p:cNvSpPr>
          <p:nvPr/>
        </p:nvSpPr>
        <p:spPr>
          <a:xfrm>
            <a:off x="2788920" y="4078224"/>
            <a:ext cx="365760" cy="329184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defPPr algn="r">
              <a:defRPr sz="1800" b="0" i="0">
                <a:solidFill>
                  <a:srgbClr val="C9A57E"/>
                </a:solidFill>
                <a:latin typeface="IBM Plex Sans KR"/>
                <a:ea typeface="IBM Plex Sans KR"/>
                <a:cs typeface="IBM Plex Sans KR"/>
              </a:defRPr>
            </a:defPPr>
          </a:lstStyle>
          <a:p>
            <a:pPr algn="r">
              <a:defRPr sz="1800" b="0" i="0">
                <a:solidFill>
                  <a:srgbClr val="C9A57E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800" b="0" i="0" u="none">
                <a:solidFill>
                  <a:srgbClr val="C9A57E"/>
                </a:solidFill>
                <a:latin typeface="IBM Plex Sans KR"/>
                <a:ea typeface="IBM Plex Sans KR"/>
                <a:cs typeface="IBM Plex Sans KR"/>
              </a:rPr>
              <a:t>→</a:t>
            </a:r>
          </a:p>
        </p:txBody>
      </p:sp>
      <p:sp>
        <p:nvSpPr>
          <p:cNvPr id="179" name="Map Spec 3">
            <a:extLst>
              <a:ext uri="{FF2B5EF4-FFF2-40B4-BE49-F238E27FC236}">
                <a16:creationId xmlns:a16="http://schemas.microsoft.com/office/drawing/2014/main" id="{A21144C6-5471-4BDC-9AC1-874DF6FEA490}"/>
              </a:ext>
            </a:extLst>
          </p:cNvPr>
          <p:cNvSpPr>
            <a:spLocks noGrp="1"/>
          </p:cNvSpPr>
          <p:nvPr/>
        </p:nvSpPr>
        <p:spPr>
          <a:xfrm>
            <a:off x="3291840" y="3959352"/>
            <a:ext cx="5852160" cy="56692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>
            <a:defPPr algn="l">
              <a:defRPr sz="1425" b="0" i="0">
                <a:solidFill>
                  <a:srgbClr val="3E3833"/>
                </a:solidFill>
                <a:latin typeface="IBM Plex Sans KR"/>
                <a:ea typeface="IBM Plex Sans KR"/>
                <a:cs typeface="IBM Plex Sans KR"/>
              </a:defRPr>
            </a:defPPr>
          </a:lstStyle>
          <a:p>
            <a:pPr algn="l">
              <a:defRPr sz="1425" b="0" i="0">
                <a:solidFill>
                  <a:srgbClr val="3E3833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425" b="0" i="0" u="none">
                <a:solidFill>
                  <a:srgbClr val="3E3833"/>
                </a:solidFill>
                <a:latin typeface="IBM Plex Sans KR"/>
                <a:ea typeface="IBM Plex Sans KR"/>
                <a:cs typeface="IBM Plex Sans KR"/>
              </a:rPr>
              <a:t>추천 조항의 행동·참여·조건으로 사용</a:t>
            </a:r>
          </a:p>
          <a:p>
            <a:pPr algn="l">
              <a:defRPr sz="1425" b="0" i="0">
                <a:solidFill>
                  <a:srgbClr val="3E3833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425" b="0" i="0" u="none">
                <a:solidFill>
                  <a:srgbClr val="3E3833"/>
                </a:solidFill>
                <a:latin typeface="IBM Plex Sans KR"/>
                <a:ea typeface="IBM Plex Sans KR"/>
                <a:cs typeface="IBM Plex Sans KR"/>
              </a:rPr>
              <a:t>AI가 새로 낸 약속과 원래 조건 변경을 나눠 표시</a:t>
            </a:r>
          </a:p>
        </p:txBody>
      </p:sp>
      <p:sp>
        <p:nvSpPr>
          <p:cNvPr id="197" name="Map Ids 3">
            <a:extLst>
              <a:ext uri="{FF2B5EF4-FFF2-40B4-BE49-F238E27FC236}">
                <a16:creationId xmlns:a16="http://schemas.microsoft.com/office/drawing/2014/main" id="{AAC43EFF-243E-4B85-A518-D2127552D140}"/>
              </a:ext>
            </a:extLst>
          </p:cNvPr>
          <p:cNvSpPr>
            <a:spLocks noGrp="1"/>
          </p:cNvSpPr>
          <p:nvPr/>
        </p:nvSpPr>
        <p:spPr>
          <a:xfrm>
            <a:off x="9326880" y="4133088"/>
            <a:ext cx="1828800" cy="237744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defPPr algn="r">
              <a:defRPr sz="1200" b="0" i="0">
                <a:solidFill>
                  <a:srgbClr val="9A6F42"/>
                </a:solidFill>
                <a:latin typeface="IBM Plex Sans KR"/>
                <a:ea typeface="IBM Plex Sans KR"/>
                <a:cs typeface="IBM Plex Sans KR"/>
              </a:defRPr>
            </a:defPPr>
          </a:lstStyle>
          <a:p>
            <a:pPr algn="r">
              <a:defRPr sz="1200" b="0" i="0">
                <a:solidFill>
                  <a:srgbClr val="9A6F42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200" b="0" i="0" u="none">
                <a:solidFill>
                  <a:srgbClr val="9A6F42"/>
                </a:solidFill>
                <a:latin typeface="IBM Plex Sans KR"/>
                <a:ea typeface="IBM Plex Sans KR"/>
                <a:cs typeface="IBM Plex Sans KR"/>
              </a:rPr>
              <a:t>F4 · AC7 · AC8</a:t>
            </a:r>
          </a:p>
        </p:txBody>
      </p:sp>
      <p:sp>
        <p:nvSpPr>
          <p:cNvPr id="216" name="Map Card 4">
            <a:extLst>
              <a:ext uri="{FF2B5EF4-FFF2-40B4-BE49-F238E27FC236}">
                <a16:creationId xmlns:a16="http://schemas.microsoft.com/office/drawing/2014/main" id="{2F318559-BB19-458D-90B1-F9CEB2806C1D}"/>
              </a:ext>
            </a:extLst>
          </p:cNvPr>
          <p:cNvSpPr>
            <a:spLocks noGrp="1"/>
          </p:cNvSpPr>
          <p:nvPr/>
        </p:nvSpPr>
        <p:spPr>
          <a:xfrm>
            <a:off x="813816" y="4791456"/>
            <a:ext cx="10570464" cy="841248"/>
          </a:xfrm>
          <a:prstGeom prst="roundRect">
            <a:avLst>
              <a:gd name="adj" fmla="val 11278"/>
            </a:avLst>
          </a:prstGeom>
          <a:solidFill>
            <a:srgbClr val="EFECE7"/>
          </a:solidFill>
          <a:effectLst>
            <a:outerShdw blurRad="76200" dist="25400" dir="5400000" algn="bl" rotWithShape="0">
              <a:srgbClr val="3E3833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36" name="Map Concept 4">
            <a:extLst>
              <a:ext uri="{FF2B5EF4-FFF2-40B4-BE49-F238E27FC236}">
                <a16:creationId xmlns:a16="http://schemas.microsoft.com/office/drawing/2014/main" id="{ACF15F10-0C38-4044-A353-C20AAC623975}"/>
              </a:ext>
            </a:extLst>
          </p:cNvPr>
          <p:cNvSpPr>
            <a:spLocks noGrp="1"/>
          </p:cNvSpPr>
          <p:nvPr/>
        </p:nvSpPr>
        <p:spPr>
          <a:xfrm>
            <a:off x="1042415" y="4919472"/>
            <a:ext cx="1828800" cy="34747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ts val="2520"/>
              </a:lnSpc>
              <a:buNone/>
            </a:pPr>
            <a:r>
              <a:rPr sz="1800" b="1">
                <a:solidFill>
                  <a:srgbClr val="9A6F42"/>
                </a:solidFill>
                <a:latin typeface="Noto Serif KR"/>
                <a:ea typeface="Noto Serif KR"/>
                <a:cs typeface="Noto Serif KR"/>
              </a:rPr>
              <a:t>결정</a:t>
            </a:r>
            <a:endParaRPr sz="1800"/>
          </a:p>
        </p:txBody>
      </p:sp>
      <p:sp>
        <p:nvSpPr>
          <p:cNvPr id="257" name="Map Logs 4">
            <a:extLst>
              <a:ext uri="{FF2B5EF4-FFF2-40B4-BE49-F238E27FC236}">
                <a16:creationId xmlns:a16="http://schemas.microsoft.com/office/drawing/2014/main" id="{9D4962C2-4A85-48BB-B2D8-75A8E890DC14}"/>
              </a:ext>
            </a:extLst>
          </p:cNvPr>
          <p:cNvSpPr>
            <a:spLocks noGrp="1"/>
          </p:cNvSpPr>
          <p:nvPr/>
        </p:nvSpPr>
        <p:spPr>
          <a:xfrm>
            <a:off x="1042415" y="5303520"/>
            <a:ext cx="1828800" cy="219456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defPPr algn="l">
              <a:defRPr sz="1050" b="0" i="0">
                <a:solidFill>
                  <a:srgbClr val="A39B92"/>
                </a:solidFill>
                <a:latin typeface="IBM Plex Sans KR"/>
                <a:ea typeface="IBM Plex Sans KR"/>
                <a:cs typeface="IBM Plex Sans KR"/>
              </a:defRPr>
            </a:defPPr>
          </a:lstStyle>
          <a:p>
            <a:pPr algn="l">
              <a:defRPr sz="1050" b="0" i="0">
                <a:solidFill>
                  <a:srgbClr val="A39B92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050" b="0" i="0" u="none">
                <a:solidFill>
                  <a:srgbClr val="A39B92"/>
                </a:solidFill>
                <a:latin typeface="IBM Plex Sans KR"/>
                <a:ea typeface="IBM Plex Sans KR"/>
                <a:cs typeface="IBM Plex Sans KR"/>
              </a:rPr>
              <a:t>로그 1·2·6·9·12</a:t>
            </a:r>
          </a:p>
        </p:txBody>
      </p:sp>
      <p:sp>
        <p:nvSpPr>
          <p:cNvPr id="279" name="Map Arrow 4">
            <a:extLst>
              <a:ext uri="{FF2B5EF4-FFF2-40B4-BE49-F238E27FC236}">
                <a16:creationId xmlns:a16="http://schemas.microsoft.com/office/drawing/2014/main" id="{381FFFEC-339D-4466-8293-4C9111C28F06}"/>
              </a:ext>
            </a:extLst>
          </p:cNvPr>
          <p:cNvSpPr>
            <a:spLocks noGrp="1"/>
          </p:cNvSpPr>
          <p:nvPr/>
        </p:nvSpPr>
        <p:spPr>
          <a:xfrm>
            <a:off x="2788920" y="5047488"/>
            <a:ext cx="365760" cy="329184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defPPr algn="r">
              <a:defRPr sz="1800" b="0" i="0">
                <a:solidFill>
                  <a:srgbClr val="C9A57E"/>
                </a:solidFill>
                <a:latin typeface="IBM Plex Sans KR"/>
                <a:ea typeface="IBM Plex Sans KR"/>
                <a:cs typeface="IBM Plex Sans KR"/>
              </a:defRPr>
            </a:defPPr>
          </a:lstStyle>
          <a:p>
            <a:pPr algn="r">
              <a:defRPr sz="1800" b="0" i="0">
                <a:solidFill>
                  <a:srgbClr val="C9A57E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800" b="0" i="0" u="none">
                <a:solidFill>
                  <a:srgbClr val="C9A57E"/>
                </a:solidFill>
                <a:latin typeface="IBM Plex Sans KR"/>
                <a:ea typeface="IBM Plex Sans KR"/>
                <a:cs typeface="IBM Plex Sans KR"/>
              </a:rPr>
              <a:t>→</a:t>
            </a:r>
          </a:p>
        </p:txBody>
      </p:sp>
      <p:sp>
        <p:nvSpPr>
          <p:cNvPr id="302" name="Map Spec 4">
            <a:extLst>
              <a:ext uri="{FF2B5EF4-FFF2-40B4-BE49-F238E27FC236}">
                <a16:creationId xmlns:a16="http://schemas.microsoft.com/office/drawing/2014/main" id="{D3A5093B-00AA-4253-8AAE-A939DCD9433B}"/>
              </a:ext>
            </a:extLst>
          </p:cNvPr>
          <p:cNvSpPr>
            <a:spLocks noGrp="1"/>
          </p:cNvSpPr>
          <p:nvPr/>
        </p:nvSpPr>
        <p:spPr>
          <a:xfrm>
            <a:off x="3291840" y="4928616"/>
            <a:ext cx="5852160" cy="56692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>
            <a:defPPr algn="l">
              <a:defRPr sz="1425" b="0" i="0">
                <a:solidFill>
                  <a:srgbClr val="3E3833"/>
                </a:solidFill>
                <a:latin typeface="IBM Plex Sans KR"/>
                <a:ea typeface="IBM Plex Sans KR"/>
                <a:cs typeface="IBM Plex Sans KR"/>
              </a:defRPr>
            </a:defPPr>
          </a:lstStyle>
          <a:p>
            <a:pPr algn="l">
              <a:defRPr sz="1425" b="0" i="0">
                <a:solidFill>
                  <a:srgbClr val="3E3833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425" b="0" i="0" u="none">
                <a:solidFill>
                  <a:srgbClr val="3E3833"/>
                </a:solidFill>
                <a:latin typeface="IBM Plex Sans KR"/>
                <a:ea typeface="IBM Plex Sans KR"/>
                <a:cs typeface="IBM Plex Sans KR"/>
              </a:rPr>
              <a:t>추천 출력에 쓰지 않음</a:t>
            </a:r>
          </a:p>
          <a:p>
            <a:pPr algn="l">
              <a:defRPr sz="1425" b="0" i="0">
                <a:solidFill>
                  <a:srgbClr val="3E3833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425" b="0" i="0" u="none">
                <a:solidFill>
                  <a:srgbClr val="3E3833"/>
                </a:solidFill>
                <a:latin typeface="IBM Plex Sans KR"/>
                <a:ea typeface="IBM Plex Sans KR"/>
                <a:cs typeface="IBM Plex Sans KR"/>
              </a:rPr>
              <a:t>추천 생성은 실제 결정을 만들지 않음</a:t>
            </a:r>
          </a:p>
        </p:txBody>
      </p:sp>
      <p:sp>
        <p:nvSpPr>
          <p:cNvPr id="326" name="Map Ids 4">
            <a:extLst>
              <a:ext uri="{FF2B5EF4-FFF2-40B4-BE49-F238E27FC236}">
                <a16:creationId xmlns:a16="http://schemas.microsoft.com/office/drawing/2014/main" id="{40B42A27-4145-405F-95A5-1388B3807F9F}"/>
              </a:ext>
            </a:extLst>
          </p:cNvPr>
          <p:cNvSpPr>
            <a:spLocks noGrp="1"/>
          </p:cNvSpPr>
          <p:nvPr/>
        </p:nvSpPr>
        <p:spPr>
          <a:xfrm>
            <a:off x="9326880" y="5102352"/>
            <a:ext cx="1828800" cy="237744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defPPr algn="r">
              <a:defRPr sz="1200" b="0" i="0">
                <a:solidFill>
                  <a:srgbClr val="9A6F42"/>
                </a:solidFill>
                <a:latin typeface="IBM Plex Sans KR"/>
                <a:ea typeface="IBM Plex Sans KR"/>
                <a:cs typeface="IBM Plex Sans KR"/>
              </a:defRPr>
            </a:defPPr>
          </a:lstStyle>
          <a:p>
            <a:pPr algn="r">
              <a:defRPr sz="1200" b="0" i="0">
                <a:solidFill>
                  <a:srgbClr val="9A6F42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200" b="0" i="0" u="none">
                <a:solidFill>
                  <a:srgbClr val="9A6F42"/>
                </a:solidFill>
                <a:latin typeface="IBM Plex Sans KR"/>
                <a:ea typeface="IBM Plex Sans KR"/>
                <a:cs typeface="IBM Plex Sans KR"/>
              </a:rPr>
              <a:t>AC7</a:t>
            </a:r>
          </a:p>
        </p:txBody>
      </p:sp>
    </p:spTree>
    <p:extLst>
      <p:ext uri="{BB962C8B-B14F-4D97-AF65-F5344CB8AC3E}">
        <p14:creationId xmlns:p14="http://schemas.microsoft.com/office/powerpoint/2010/main" val="17225348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A1C5A0CD-3270-4D8A-981B-84167ACBB821}"/>
              </a:ext>
            </a:extLst>
          </p:cNvPr>
          <p:cNvSpPr>
            <a:spLocks noGrp="1"/>
          </p:cNvSpPr>
          <p:nvPr/>
        </p:nvSpPr>
        <p:spPr>
          <a:xfrm>
            <a:off x="812800" y="812800"/>
            <a:ext cx="457200" cy="25400"/>
          </a:xfrm>
          <a:prstGeom prst="rect">
            <a:avLst/>
          </a:prstGeom>
          <a:solidFill>
            <a:srgbClr val="B8895A"/>
          </a:solidFill>
        </p:spPr>
        <p:txBody>
          <a:bodyPr/>
          <a:lstStyle/>
          <a:p>
            <a:endParaRPr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DD4675CB-1B98-4AFB-9EE6-9AD58DA71D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768" y="1091793"/>
            <a:ext cx="6191250" cy="513017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91482"/>
          </a:bodyPr>
          <a:lstStyle>
            <a:defPPr algn="l">
              <a:defRPr sz="3200" b="1" i="0">
                <a:solidFill>
                  <a:srgbClr val="3E3833"/>
                </a:solidFill>
                <a:latin typeface="Noto Serif KR"/>
                <a:ea typeface="Noto Serif KR"/>
                <a:cs typeface="Noto Serif KR"/>
              </a:defRPr>
            </a:defPPr>
          </a:lstStyle>
          <a:p>
            <a:pPr algn="l">
              <a:defRPr sz="3200" b="1" i="0">
                <a:solidFill>
                  <a:srgbClr val="3E3833"/>
                </a:solidFill>
                <a:latin typeface="Noto Serif KR"/>
                <a:ea typeface="Noto Serif KR"/>
                <a:cs typeface="Noto Serif KR"/>
              </a:defRPr>
            </a:pPr>
            <a:r>
              <a:rPr sz="3200" b="1" i="0" u="none">
                <a:solidFill>
                  <a:srgbClr val="3E3833"/>
                </a:solidFill>
                <a:latin typeface="Noto Serif KR"/>
                <a:ea typeface="Noto Serif KR"/>
                <a:cs typeface="Noto Serif KR"/>
              </a:rPr>
              <a:t>수용 기준</a:t>
            </a: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6AC9CB79-CD4F-40A3-9175-32BB0494D955}"/>
              </a:ext>
            </a:extLst>
          </p:cNvPr>
          <p:cNvSpPr>
            <a:spLocks noGrp="1"/>
          </p:cNvSpPr>
          <p:nvPr/>
        </p:nvSpPr>
        <p:spPr>
          <a:xfrm>
            <a:off x="8286750" y="1323308"/>
            <a:ext cx="3086100" cy="25650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defPPr algn="r">
              <a:defRPr sz="1350" b="0" i="0">
                <a:solidFill>
                  <a:srgbClr val="8C847C"/>
                </a:solidFill>
                <a:latin typeface="IBM Plex Sans KR"/>
                <a:ea typeface="IBM Plex Sans KR"/>
                <a:cs typeface="IBM Plex Sans KR"/>
              </a:defRPr>
            </a:defPPr>
          </a:lstStyle>
          <a:p>
            <a:pPr algn="r">
              <a:defRPr sz="1350" b="0" i="0">
                <a:solidFill>
                  <a:srgbClr val="8C847C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350" b="0" i="0" u="none">
                <a:solidFill>
                  <a:srgbClr val="8C847C"/>
                </a:solidFill>
                <a:latin typeface="IBM Plex Sans KR"/>
                <a:ea typeface="IBM Plex Sans KR"/>
                <a:cs typeface="IBM Plex Sans KR"/>
              </a:rPr>
              <a:t>제품 스펙 v2 · 수용 기준 19개</a:t>
            </a: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CBEB5B08-57BE-47E5-BEA4-E886D9DA2767}"/>
              </a:ext>
            </a:extLst>
          </p:cNvPr>
          <p:cNvSpPr>
            <a:spLocks noGrp="1"/>
          </p:cNvSpPr>
          <p:nvPr/>
        </p:nvSpPr>
        <p:spPr>
          <a:xfrm>
            <a:off x="812800" y="1885925"/>
            <a:ext cx="5913140" cy="844537"/>
          </a:xfrm>
          <a:prstGeom prst="roundRect">
            <a:avLst>
              <a:gd name="adj" fmla="val 11278"/>
            </a:avLst>
          </a:prstGeom>
          <a:solidFill>
            <a:srgbClr val="EFECE7"/>
          </a:solidFill>
          <a:effectLst>
            <a:outerShdw blurRad="76200" dist="25400" dir="5400000" algn="bl" rotWithShape="0">
              <a:srgbClr val="3E3833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076FE620-7214-41DB-B728-A9CABDFA73DD}"/>
              </a:ext>
            </a:extLst>
          </p:cNvPr>
          <p:cNvSpPr>
            <a:spLocks noGrp="1"/>
          </p:cNvSpPr>
          <p:nvPr/>
        </p:nvSpPr>
        <p:spPr>
          <a:xfrm>
            <a:off x="1041400" y="2190471"/>
            <a:ext cx="660400" cy="34543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ts val="2520"/>
              </a:lnSpc>
              <a:buNone/>
            </a:pPr>
            <a:r>
              <a:rPr sz="1800" b="1">
                <a:solidFill>
                  <a:srgbClr val="9A6F42"/>
                </a:solidFill>
                <a:latin typeface="Noto Serif KR"/>
                <a:ea typeface="Noto Serif KR"/>
                <a:cs typeface="Noto Serif KR"/>
              </a:rPr>
              <a:t>AC3</a:t>
            </a:r>
            <a:endParaRPr sz="180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1A481902-AC72-4279-8998-57451AC12A8C}"/>
              </a:ext>
            </a:extLst>
          </p:cNvPr>
          <p:cNvSpPr>
            <a:spLocks noGrp="1"/>
          </p:cNvSpPr>
          <p:nvPr/>
        </p:nvSpPr>
        <p:spPr>
          <a:xfrm>
            <a:off x="1828800" y="2128504"/>
            <a:ext cx="4808601" cy="5715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defPPr algn="l">
              <a:defRPr sz="1425" b="0" i="0">
                <a:solidFill>
                  <a:srgbClr val="3E3833"/>
                </a:solidFill>
                <a:latin typeface="IBM Plex Sans KR"/>
                <a:ea typeface="IBM Plex Sans KR"/>
                <a:cs typeface="IBM Plex Sans KR"/>
              </a:defRPr>
            </a:defPPr>
          </a:lstStyle>
          <a:p>
            <a:pPr algn="l">
              <a:defRPr sz="1425" b="0" i="0">
                <a:solidFill>
                  <a:srgbClr val="3E3833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425" b="0" i="0" u="none">
                <a:solidFill>
                  <a:srgbClr val="3E3833"/>
                </a:solidFill>
                <a:latin typeface="IBM Plex Sans KR"/>
                <a:ea typeface="IBM Plex Sans KR"/>
                <a:cs typeface="IBM Plex Sans KR"/>
              </a:rPr>
              <a:t>각자 답할 수 있도록 원문 비공개</a:t>
            </a:r>
          </a:p>
          <a:p>
            <a:pPr algn="l">
              <a:defRPr sz="1425" b="0" i="0">
                <a:solidFill>
                  <a:srgbClr val="3E3833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425" b="0" i="0" u="none">
                <a:solidFill>
                  <a:srgbClr val="3E3833"/>
                </a:solidFill>
                <a:latin typeface="IBM Plex Sans KR"/>
                <a:ea typeface="IBM Plex Sans KR"/>
                <a:cs typeface="IBM Plex Sans KR"/>
              </a:rPr>
              <a:t>다른 사람의 선택·메모 원문이 보이면 실패</a:t>
            </a:r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F3DE029A-125A-4741-89E8-AED70317CCBE}"/>
              </a:ext>
            </a:extLst>
          </p:cNvPr>
          <p:cNvSpPr>
            <a:spLocks noGrp="1"/>
          </p:cNvSpPr>
          <p:nvPr/>
        </p:nvSpPr>
        <p:spPr>
          <a:xfrm>
            <a:off x="812800" y="2873337"/>
            <a:ext cx="5913140" cy="844537"/>
          </a:xfrm>
          <a:prstGeom prst="roundRect">
            <a:avLst>
              <a:gd name="adj" fmla="val 11278"/>
            </a:avLst>
          </a:prstGeom>
          <a:solidFill>
            <a:srgbClr val="EFECE7"/>
          </a:solidFill>
          <a:effectLst>
            <a:outerShdw blurRad="76200" dist="25400" dir="5400000" algn="bl" rotWithShape="0">
              <a:srgbClr val="3E3833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FDA2BD50-AC02-417B-9FF5-130711B50B72}"/>
              </a:ext>
            </a:extLst>
          </p:cNvPr>
          <p:cNvSpPr>
            <a:spLocks noGrp="1"/>
          </p:cNvSpPr>
          <p:nvPr/>
        </p:nvSpPr>
        <p:spPr>
          <a:xfrm>
            <a:off x="1041400" y="3177883"/>
            <a:ext cx="660400" cy="34543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ts val="2520"/>
              </a:lnSpc>
              <a:buNone/>
            </a:pPr>
            <a:r>
              <a:rPr sz="1800" b="1">
                <a:solidFill>
                  <a:srgbClr val="9A6F42"/>
                </a:solidFill>
                <a:latin typeface="Noto Serif KR"/>
                <a:ea typeface="Noto Serif KR"/>
                <a:cs typeface="Noto Serif KR"/>
              </a:rPr>
              <a:t>AC6</a:t>
            </a:r>
            <a:endParaRPr sz="180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2DAEEE31-90EE-4D6D-8652-BE1E244D3442}"/>
              </a:ext>
            </a:extLst>
          </p:cNvPr>
          <p:cNvSpPr>
            <a:spLocks noGrp="1"/>
          </p:cNvSpPr>
          <p:nvPr/>
        </p:nvSpPr>
        <p:spPr>
          <a:xfrm>
            <a:off x="1828800" y="3115889"/>
            <a:ext cx="4808601" cy="5715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defPPr algn="l">
              <a:defRPr sz="1425" b="0" i="0">
                <a:solidFill>
                  <a:srgbClr val="3E3833"/>
                </a:solidFill>
                <a:latin typeface="IBM Plex Sans KR"/>
                <a:ea typeface="IBM Plex Sans KR"/>
                <a:cs typeface="IBM Plex Sans KR"/>
              </a:defRPr>
            </a:defPPr>
          </a:lstStyle>
          <a:p>
            <a:pPr algn="l">
              <a:defRPr sz="1425" b="0" i="0">
                <a:solidFill>
                  <a:srgbClr val="3E3833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425" b="0" i="0" u="none">
                <a:solidFill>
                  <a:srgbClr val="3E3833"/>
                </a:solidFill>
                <a:latin typeface="IBM Plex Sans KR"/>
                <a:ea typeface="IBM Plex Sans KR"/>
                <a:cs typeface="IBM Plex Sans KR"/>
              </a:rPr>
              <a:t>한 명만 적은 한계도 조율에 반영</a:t>
            </a:r>
          </a:p>
          <a:p>
            <a:pPr algn="l">
              <a:defRPr sz="1425" b="0" i="0">
                <a:solidFill>
                  <a:srgbClr val="3E3833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425" b="0" i="0" u="none">
                <a:solidFill>
                  <a:srgbClr val="3E3833"/>
                </a:solidFill>
                <a:latin typeface="IBM Plex Sans KR"/>
                <a:ea typeface="IBM Plex Sans KR"/>
                <a:cs typeface="IBM Plex Sans KR"/>
              </a:rPr>
              <a:t>적어 둔 한계나 선택을 수정한 메모를 빠뜨리면 실패</a:t>
            </a:r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C86C25A2-9661-4C74-B2A8-5F9F1594C473}"/>
              </a:ext>
            </a:extLst>
          </p:cNvPr>
          <p:cNvSpPr>
            <a:spLocks noGrp="1"/>
          </p:cNvSpPr>
          <p:nvPr/>
        </p:nvSpPr>
        <p:spPr>
          <a:xfrm>
            <a:off x="812800" y="3860750"/>
            <a:ext cx="5913140" cy="844537"/>
          </a:xfrm>
          <a:prstGeom prst="roundRect">
            <a:avLst>
              <a:gd name="adj" fmla="val 11278"/>
            </a:avLst>
          </a:prstGeom>
          <a:solidFill>
            <a:srgbClr val="EFECE7"/>
          </a:solidFill>
          <a:effectLst>
            <a:outerShdw blurRad="76200" dist="25400" dir="5400000" algn="bl" rotWithShape="0">
              <a:srgbClr val="3E3833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71E81314-926D-429F-8DEB-63A42567B658}"/>
              </a:ext>
            </a:extLst>
          </p:cNvPr>
          <p:cNvSpPr>
            <a:spLocks noGrp="1"/>
          </p:cNvSpPr>
          <p:nvPr/>
        </p:nvSpPr>
        <p:spPr>
          <a:xfrm>
            <a:off x="1041400" y="4165296"/>
            <a:ext cx="660400" cy="34543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ts val="2520"/>
              </a:lnSpc>
              <a:buNone/>
            </a:pPr>
            <a:r>
              <a:rPr sz="1800" b="1">
                <a:solidFill>
                  <a:srgbClr val="9A6F42"/>
                </a:solidFill>
                <a:latin typeface="Noto Serif KR"/>
                <a:ea typeface="Noto Serif KR"/>
                <a:cs typeface="Noto Serif KR"/>
              </a:rPr>
              <a:t>AC7</a:t>
            </a:r>
            <a:endParaRPr sz="180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00941B1D-9B86-4148-860E-9E51CF736F16}"/>
              </a:ext>
            </a:extLst>
          </p:cNvPr>
          <p:cNvSpPr>
            <a:spLocks noGrp="1"/>
          </p:cNvSpPr>
          <p:nvPr/>
        </p:nvSpPr>
        <p:spPr>
          <a:xfrm>
            <a:off x="1828800" y="4103393"/>
            <a:ext cx="4808601" cy="5715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defPPr algn="l">
              <a:defRPr sz="1425" b="0" i="0">
                <a:solidFill>
                  <a:srgbClr val="3E3833"/>
                </a:solidFill>
                <a:latin typeface="IBM Plex Sans KR"/>
                <a:ea typeface="IBM Plex Sans KR"/>
                <a:cs typeface="IBM Plex Sans KR"/>
              </a:defRPr>
            </a:defPPr>
          </a:lstStyle>
          <a:p>
            <a:pPr algn="l">
              <a:defRPr sz="1425" b="0" i="0">
                <a:solidFill>
                  <a:srgbClr val="3E3833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425" b="0" i="0" u="none">
                <a:solidFill>
                  <a:srgbClr val="3E3833"/>
                </a:solidFill>
                <a:latin typeface="IBM Plex Sans KR"/>
                <a:ea typeface="IBM Plex Sans KR"/>
                <a:cs typeface="IBM Plex Sans KR"/>
              </a:rPr>
              <a:t>전원 수락 단계가 없으니 추천안으로 표시</a:t>
            </a:r>
          </a:p>
          <a:p>
            <a:pPr algn="l">
              <a:defRPr sz="1425" b="0" i="0">
                <a:solidFill>
                  <a:srgbClr val="3E3833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425" b="0" i="0" u="none">
                <a:solidFill>
                  <a:srgbClr val="3E3833"/>
                </a:solidFill>
                <a:latin typeface="IBM Plex Sans KR"/>
                <a:ea typeface="IBM Plex Sans KR"/>
                <a:cs typeface="IBM Plex Sans KR"/>
              </a:rPr>
              <a:t>AI 제안을 전원 합의처럼 쓰면 실패</a:t>
            </a:r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BDD43AB3-78C7-4D0A-BF9D-17D0ABDA5E74}"/>
              </a:ext>
            </a:extLst>
          </p:cNvPr>
          <p:cNvSpPr>
            <a:spLocks noGrp="1"/>
          </p:cNvSpPr>
          <p:nvPr/>
        </p:nvSpPr>
        <p:spPr>
          <a:xfrm>
            <a:off x="819150" y="4856100"/>
            <a:ext cx="5900440" cy="707987"/>
          </a:xfrm>
          <a:prstGeom prst="roundRect">
            <a:avLst>
              <a:gd name="adj" fmla="val 12332"/>
            </a:avLst>
          </a:prstGeom>
          <a:noFill/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B23FA835-9E1E-4A9D-8781-0B0F01B48FAC}"/>
              </a:ext>
            </a:extLst>
          </p:cNvPr>
          <p:cNvSpPr>
            <a:spLocks noGrp="1"/>
          </p:cNvSpPr>
          <p:nvPr/>
        </p:nvSpPr>
        <p:spPr>
          <a:xfrm>
            <a:off x="1054100" y="5065637"/>
            <a:ext cx="660400" cy="25653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defPPr algn="l">
              <a:defRPr sz="1300" b="0" i="0">
                <a:solidFill>
                  <a:srgbClr val="A39B92"/>
                </a:solidFill>
                <a:latin typeface="IBM Plex Sans KR"/>
                <a:ea typeface="IBM Plex Sans KR"/>
                <a:cs typeface="IBM Plex Sans KR"/>
              </a:defRPr>
            </a:defPPr>
          </a:lstStyle>
          <a:p>
            <a:pPr algn="l">
              <a:defRPr sz="1300" b="0" i="0">
                <a:solidFill>
                  <a:srgbClr val="A39B92"/>
                </a:solidFill>
                <a:latin typeface="IBM Plex Sans KR"/>
                <a:ea typeface="IBM Plex Sans KR"/>
                <a:cs typeface="IBM Plex Sans KR"/>
              </a:defRPr>
            </a:pPr>
            <a:endParaRPr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B4CBC37A-192F-444D-88E4-B39996692432}"/>
              </a:ext>
            </a:extLst>
          </p:cNvPr>
          <p:cNvSpPr>
            <a:spLocks noGrp="1"/>
          </p:cNvSpPr>
          <p:nvPr/>
        </p:nvSpPr>
        <p:spPr>
          <a:xfrm>
            <a:off x="1841500" y="5054537"/>
            <a:ext cx="4782434" cy="27429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defPPr algn="l">
              <a:defRPr sz="1400" b="0" i="0">
                <a:solidFill>
                  <a:srgbClr val="A39B92"/>
                </a:solidFill>
                <a:latin typeface="IBM Plex Sans KR"/>
                <a:ea typeface="IBM Plex Sans KR"/>
                <a:cs typeface="IBM Plex Sans KR"/>
              </a:defRPr>
            </a:defPPr>
          </a:lstStyle>
          <a:p>
            <a:pPr algn="l">
              <a:defRPr sz="1400" b="0" i="0">
                <a:solidFill>
                  <a:srgbClr val="A39B92"/>
                </a:solidFill>
                <a:latin typeface="IBM Plex Sans KR"/>
                <a:ea typeface="IBM Plex Sans KR"/>
                <a:cs typeface="IBM Plex Sans KR"/>
              </a:defRPr>
            </a:pPr>
            <a:endParaRPr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E2C3110D-2243-40FD-AE7F-8CDA8AA359F4}"/>
              </a:ext>
            </a:extLst>
          </p:cNvPr>
          <p:cNvSpPr>
            <a:spLocks noGrp="1"/>
          </p:cNvSpPr>
          <p:nvPr/>
        </p:nvSpPr>
        <p:spPr>
          <a:xfrm>
            <a:off x="6929140" y="1885925"/>
            <a:ext cx="4450060" cy="3686100"/>
          </a:xfrm>
          <a:prstGeom prst="roundRect">
            <a:avLst>
              <a:gd name="adj" fmla="val 2584"/>
            </a:avLst>
          </a:prstGeom>
          <a:solidFill>
            <a:srgbClr val="EFECE7"/>
          </a:solidFill>
        </p:spPr>
        <p:txBody>
          <a:bodyPr/>
          <a:lstStyle/>
          <a:p>
            <a:endParaRPr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0C3354FB-9F1A-413C-982D-935BA61C5B91}"/>
              </a:ext>
            </a:extLst>
          </p:cNvPr>
          <p:cNvSpPr>
            <a:spLocks noGrp="1"/>
          </p:cNvSpPr>
          <p:nvPr/>
        </p:nvSpPr>
        <p:spPr>
          <a:xfrm>
            <a:off x="7183140" y="2203425"/>
            <a:ext cx="4060322" cy="2387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defPPr algn="l">
              <a:defRPr sz="1200" b="0" i="0">
                <a:solidFill>
                  <a:srgbClr val="9A6F42"/>
                </a:solidFill>
                <a:latin typeface="IBM Plex Sans KR"/>
                <a:ea typeface="IBM Plex Sans KR"/>
                <a:cs typeface="IBM Plex Sans KR"/>
              </a:defRPr>
            </a:defPPr>
          </a:lstStyle>
          <a:p>
            <a:pPr algn="l">
              <a:defRPr sz="1200" b="0" i="0">
                <a:solidFill>
                  <a:srgbClr val="9A6F42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200" b="0" i="0" u="none">
                <a:solidFill>
                  <a:srgbClr val="9A6F42"/>
                </a:solidFill>
                <a:latin typeface="IBM Plex Sans KR"/>
                <a:ea typeface="IBM Plex Sans KR"/>
                <a:cs typeface="IBM Plex Sans KR"/>
              </a:rPr>
              <a:t>이번에 만들지 않는 기능</a:t>
            </a:r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356D79F9-7CD5-41AA-9F26-509A4BF8B5FB}"/>
              </a:ext>
            </a:extLst>
          </p:cNvPr>
          <p:cNvSpPr>
            <a:spLocks noGrp="1"/>
          </p:cNvSpPr>
          <p:nvPr/>
        </p:nvSpPr>
        <p:spPr>
          <a:xfrm>
            <a:off x="7183140" y="2612950"/>
            <a:ext cx="4060322" cy="27429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sz="1300">
                <a:solidFill>
                  <a:srgbClr val="5E5750"/>
                </a:solidFill>
                <a:latin typeface="IBM Plex Sans KR"/>
                <a:ea typeface="IBM Plex Sans KR"/>
                <a:cs typeface="IBM Plex Sans KR"/>
              </a:rPr>
              <a:t>여행 중 실시간 조율·동선</a:t>
            </a:r>
            <a:endParaRPr sz="130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85E09AEB-72C3-4800-B249-DA08D51701B7}"/>
              </a:ext>
            </a:extLst>
          </p:cNvPr>
          <p:cNvSpPr>
            <a:spLocks noGrp="1"/>
          </p:cNvSpPr>
          <p:nvPr/>
        </p:nvSpPr>
        <p:spPr>
          <a:xfrm>
            <a:off x="7183140" y="3066938"/>
            <a:ext cx="4060322" cy="27429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sz="1300">
                <a:solidFill>
                  <a:srgbClr val="5E5750"/>
                </a:solidFill>
                <a:latin typeface="IBM Plex Sans KR"/>
                <a:ea typeface="IBM Plex Sans KR"/>
                <a:cs typeface="IBM Plex Sans KR"/>
              </a:rPr>
              <a:t>예약·결제·정산 실행</a:t>
            </a:r>
            <a:endParaRPr sz="130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05EA253A-F64C-4C3B-91F8-AD76F0706B01}"/>
              </a:ext>
            </a:extLst>
          </p:cNvPr>
          <p:cNvSpPr>
            <a:spLocks noGrp="1"/>
          </p:cNvSpPr>
          <p:nvPr/>
        </p:nvSpPr>
        <p:spPr>
          <a:xfrm>
            <a:off x="7183140" y="3520926"/>
            <a:ext cx="4060322" cy="27429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sz="1300">
                <a:solidFill>
                  <a:srgbClr val="5E5750"/>
                </a:solidFill>
                <a:latin typeface="IBM Plex Sans KR"/>
                <a:ea typeface="IBM Plex Sans KR"/>
                <a:cs typeface="IBM Plex Sans KR"/>
              </a:rPr>
              <a:t>성격·궁합 점수, 누가 옳은지 판정</a:t>
            </a:r>
            <a:endParaRPr sz="130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3ABC586D-0779-4A86-AEB1-C2B9B35644BA}"/>
              </a:ext>
            </a:extLst>
          </p:cNvPr>
          <p:cNvSpPr>
            <a:spLocks noGrp="1"/>
          </p:cNvSpPr>
          <p:nvPr/>
        </p:nvSpPr>
        <p:spPr>
          <a:xfrm>
            <a:off x="7183140" y="3974913"/>
            <a:ext cx="4060322" cy="27429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sz="1300">
                <a:solidFill>
                  <a:srgbClr val="5E5750"/>
                </a:solidFill>
                <a:latin typeface="IBM Plex Sans KR"/>
                <a:ea typeface="IBM Plex Sans KR"/>
                <a:cs typeface="IBM Plex Sans KR"/>
              </a:rPr>
              <a:t>전원 수락 단계·전자서명</a:t>
            </a:r>
            <a:endParaRPr sz="130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5FF88EAC-0C1C-4472-B818-D1A66BD98B4F}"/>
              </a:ext>
            </a:extLst>
          </p:cNvPr>
          <p:cNvSpPr>
            <a:spLocks noGrp="1"/>
          </p:cNvSpPr>
          <p:nvPr/>
        </p:nvSpPr>
        <p:spPr>
          <a:xfrm>
            <a:off x="7183140" y="4428901"/>
            <a:ext cx="4060322" cy="27429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sz="1300">
                <a:solidFill>
                  <a:srgbClr val="5E5750"/>
                </a:solidFill>
                <a:latin typeface="IBM Plex Sans KR"/>
                <a:ea typeface="IBM Plex Sans KR"/>
                <a:cs typeface="IBM Plex Sans KR"/>
              </a:rPr>
              <a:t>로그인·실명 본인 확인</a:t>
            </a:r>
            <a:endParaRPr sz="1300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D6873179-6581-49C1-85E5-8CCBF7778757}"/>
              </a:ext>
            </a:extLst>
          </p:cNvPr>
          <p:cNvSpPr>
            <a:spLocks noGrp="1"/>
          </p:cNvSpPr>
          <p:nvPr/>
        </p:nvSpPr>
        <p:spPr>
          <a:xfrm>
            <a:off x="812768" y="6238304"/>
            <a:ext cx="9048750" cy="238697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defPPr algn="l">
              <a:defRPr sz="1125" b="0" i="0">
                <a:solidFill>
                  <a:srgbClr val="A39B92"/>
                </a:solidFill>
                <a:latin typeface="IBM Plex Sans KR"/>
                <a:ea typeface="IBM Plex Sans KR"/>
                <a:cs typeface="IBM Plex Sans KR"/>
              </a:defRPr>
            </a:defPPr>
          </a:lstStyle>
          <a:p>
            <a:pPr algn="l">
              <a:defRPr sz="1125" b="0" i="0">
                <a:solidFill>
                  <a:srgbClr val="A39B92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125" b="0" i="0" u="none">
                <a:solidFill>
                  <a:srgbClr val="A39B92"/>
                </a:solidFill>
                <a:latin typeface="IBM Plex Sans KR"/>
                <a:ea typeface="IBM Plex Sans KR"/>
                <a:cs typeface="IBM Plex Sans KR"/>
              </a:rPr>
              <a:t>TEAM ItBM  ·  docs/SPEC.md 4절 비포함 · 6절 수용 기준</a:t>
            </a:r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F1FFFBCD-D896-436C-98D8-0F3C9C7846BB}"/>
              </a:ext>
            </a:extLst>
          </p:cNvPr>
          <p:cNvSpPr>
            <a:spLocks noGrp="1"/>
          </p:cNvSpPr>
          <p:nvPr/>
        </p:nvSpPr>
        <p:spPr>
          <a:xfrm>
            <a:off x="9417050" y="6238280"/>
            <a:ext cx="1962150" cy="2387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defPPr algn="r">
              <a:defRPr sz="1200" b="0" i="0">
                <a:solidFill>
                  <a:srgbClr val="A39B92"/>
                </a:solidFill>
                <a:latin typeface="IBM Plex Sans KR"/>
                <a:ea typeface="IBM Plex Sans KR"/>
                <a:cs typeface="IBM Plex Sans KR"/>
              </a:defRPr>
            </a:defPPr>
          </a:lstStyle>
          <a:p>
            <a:pPr algn="r">
              <a:defRPr sz="1200" b="0" i="0">
                <a:solidFill>
                  <a:srgbClr val="A39B92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200" b="0" i="0" u="none">
                <a:solidFill>
                  <a:srgbClr val="A39B92"/>
                </a:solidFill>
                <a:latin typeface="IBM Plex Sans KR"/>
                <a:ea typeface="IBM Plex Sans KR"/>
                <a:cs typeface="IBM Plex Sans KR"/>
              </a:rPr>
              <a:t>10 / 11</a:t>
            </a:r>
          </a:p>
        </p:txBody>
      </p:sp>
      <p:sp>
        <p:nvSpPr>
          <p:cNvPr id="27" name="Tag Shape 3">
            <a:extLst>
              <a:ext uri="{FF2B5EF4-FFF2-40B4-BE49-F238E27FC236}">
                <a16:creationId xmlns:a16="http://schemas.microsoft.com/office/drawing/2014/main" id="{4EB5DADE-C66E-4CCE-A27D-FF4BA628E0E0}"/>
              </a:ext>
            </a:extLst>
          </p:cNvPr>
          <p:cNvSpPr>
            <a:spLocks noGrp="1"/>
          </p:cNvSpPr>
          <p:nvPr/>
        </p:nvSpPr>
        <p:spPr>
          <a:xfrm>
            <a:off x="4366788" y="1977365"/>
            <a:ext cx="2194560" cy="219456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defPPr algn="r">
              <a:defRPr sz="1050" b="0" i="0">
                <a:solidFill>
                  <a:srgbClr val="A39B92"/>
                </a:solidFill>
                <a:latin typeface="IBM Plex Sans KR"/>
                <a:ea typeface="IBM Plex Sans KR"/>
                <a:cs typeface="IBM Plex Sans KR"/>
              </a:defRPr>
            </a:defPPr>
          </a:lstStyle>
          <a:p>
            <a:pPr algn="r">
              <a:defRPr sz="1050" b="0" i="0">
                <a:solidFill>
                  <a:srgbClr val="A39B92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050" b="0" i="0" u="none">
                <a:solidFill>
                  <a:srgbClr val="A39B92"/>
                </a:solidFill>
                <a:latin typeface="IBM Plex Sans KR"/>
                <a:ea typeface="IBM Plex Sans KR"/>
                <a:cs typeface="IBM Plex Sans KR"/>
              </a:rPr>
              <a:t>근거 · 9/23 회의</a:t>
            </a:r>
          </a:p>
        </p:txBody>
      </p:sp>
      <p:sp>
        <p:nvSpPr>
          <p:cNvPr id="28" name="Tag Shape 6">
            <a:extLst>
              <a:ext uri="{FF2B5EF4-FFF2-40B4-BE49-F238E27FC236}">
                <a16:creationId xmlns:a16="http://schemas.microsoft.com/office/drawing/2014/main" id="{4FFAB1E4-9A33-42B2-8740-039D807B207E}"/>
              </a:ext>
            </a:extLst>
          </p:cNvPr>
          <p:cNvSpPr>
            <a:spLocks noGrp="1"/>
          </p:cNvSpPr>
          <p:nvPr/>
        </p:nvSpPr>
        <p:spPr>
          <a:xfrm>
            <a:off x="4366788" y="2964777"/>
            <a:ext cx="2194560" cy="219456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defPPr algn="r">
              <a:defRPr sz="1050" b="0" i="0">
                <a:solidFill>
                  <a:srgbClr val="A39B92"/>
                </a:solidFill>
                <a:latin typeface="IBM Plex Sans KR"/>
                <a:ea typeface="IBM Plex Sans KR"/>
                <a:cs typeface="IBM Plex Sans KR"/>
              </a:defRPr>
            </a:defPPr>
          </a:lstStyle>
          <a:p>
            <a:pPr algn="r">
              <a:defRPr sz="1050" b="0" i="0">
                <a:solidFill>
                  <a:srgbClr val="A39B92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050" b="0" i="0" u="none">
                <a:solidFill>
                  <a:srgbClr val="A39B92"/>
                </a:solidFill>
                <a:latin typeface="IBM Plex Sans KR"/>
                <a:ea typeface="IBM Plex Sans KR"/>
                <a:cs typeface="IBM Plex Sans KR"/>
              </a:rPr>
              <a:t>근거 · 로그 1·9</a:t>
            </a:r>
          </a:p>
        </p:txBody>
      </p:sp>
      <p:sp>
        <p:nvSpPr>
          <p:cNvPr id="29" name="Tag Shape 9">
            <a:extLst>
              <a:ext uri="{FF2B5EF4-FFF2-40B4-BE49-F238E27FC236}">
                <a16:creationId xmlns:a16="http://schemas.microsoft.com/office/drawing/2014/main" id="{9D8EA47A-8AA1-492C-A706-EE399D626692}"/>
              </a:ext>
            </a:extLst>
          </p:cNvPr>
          <p:cNvSpPr>
            <a:spLocks noGrp="1"/>
          </p:cNvSpPr>
          <p:nvPr/>
        </p:nvSpPr>
        <p:spPr>
          <a:xfrm>
            <a:off x="4366788" y="3952190"/>
            <a:ext cx="2194560" cy="219456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defPPr algn="r">
              <a:defRPr sz="1050" b="0" i="0">
                <a:solidFill>
                  <a:srgbClr val="A39B92"/>
                </a:solidFill>
                <a:latin typeface="IBM Plex Sans KR"/>
                <a:ea typeface="IBM Plex Sans KR"/>
                <a:cs typeface="IBM Plex Sans KR"/>
              </a:defRPr>
            </a:defPPr>
          </a:lstStyle>
          <a:p>
            <a:pPr algn="r">
              <a:defRPr sz="1050" b="0" i="0">
                <a:solidFill>
                  <a:srgbClr val="A39B92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050" b="0" i="0" u="none">
                <a:solidFill>
                  <a:srgbClr val="A39B92"/>
                </a:solidFill>
                <a:latin typeface="IBM Plex Sans KR"/>
                <a:ea typeface="IBM Plex Sans KR"/>
                <a:cs typeface="IBM Plex Sans KR"/>
              </a:rPr>
              <a:t>근거 · 온톨로지 Decision 구분</a:t>
            </a:r>
          </a:p>
        </p:txBody>
      </p:sp>
    </p:spTree>
    <p:extLst>
      <p:ext uri="{BB962C8B-B14F-4D97-AF65-F5344CB8AC3E}">
        <p14:creationId xmlns:p14="http://schemas.microsoft.com/office/powerpoint/2010/main" val="17225348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24C6DA41-51D3-46A4-8B3A-44B45AEFA11A}"/>
              </a:ext>
            </a:extLst>
          </p:cNvPr>
          <p:cNvSpPr>
            <a:spLocks noGrp="1"/>
          </p:cNvSpPr>
          <p:nvPr/>
        </p:nvSpPr>
        <p:spPr>
          <a:xfrm>
            <a:off x="812768" y="6238304"/>
            <a:ext cx="9048750" cy="238697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defPPr algn="l">
              <a:defRPr sz="1125" b="0" i="0">
                <a:solidFill>
                  <a:srgbClr val="A39B92"/>
                </a:solidFill>
                <a:latin typeface="IBM Plex Sans KR"/>
                <a:ea typeface="IBM Plex Sans KR"/>
                <a:cs typeface="IBM Plex Sans KR"/>
              </a:defRPr>
            </a:defPPr>
          </a:lstStyle>
          <a:p>
            <a:pPr algn="l">
              <a:defRPr sz="1125" b="0" i="0">
                <a:solidFill>
                  <a:srgbClr val="A39B92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125" b="0" i="0" u="none">
                <a:solidFill>
                  <a:srgbClr val="A39B92"/>
                </a:solidFill>
                <a:latin typeface="IBM Plex Sans KR"/>
                <a:ea typeface="IBM Plex Sans KR"/>
                <a:cs typeface="IBM Plex Sans KR"/>
              </a:rPr>
              <a:t>TEAM ItBM  ·  docs/spikes/  ·  docs/SPEC.md 제품 사용 검증</a:t>
            </a: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341AB94-1BD3-4A71-9631-6BF6FDE122EA}"/>
              </a:ext>
            </a:extLst>
          </p:cNvPr>
          <p:cNvSpPr>
            <a:spLocks noGrp="1"/>
          </p:cNvSpPr>
          <p:nvPr/>
        </p:nvSpPr>
        <p:spPr>
          <a:xfrm>
            <a:off x="9417050" y="6238280"/>
            <a:ext cx="1962150" cy="2387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defPPr algn="r">
              <a:defRPr sz="1200" b="0" i="0">
                <a:solidFill>
                  <a:srgbClr val="A39B92"/>
                </a:solidFill>
                <a:latin typeface="IBM Plex Sans KR"/>
                <a:ea typeface="IBM Plex Sans KR"/>
                <a:cs typeface="IBM Plex Sans KR"/>
              </a:defRPr>
            </a:defPPr>
          </a:lstStyle>
          <a:p>
            <a:pPr algn="r">
              <a:defRPr sz="1200" b="0" i="0">
                <a:solidFill>
                  <a:srgbClr val="A39B92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200" b="0" i="0" u="none">
                <a:solidFill>
                  <a:srgbClr val="A39B92"/>
                </a:solidFill>
                <a:latin typeface="IBM Plex Sans KR"/>
                <a:ea typeface="IBM Plex Sans KR"/>
                <a:cs typeface="IBM Plex Sans KR"/>
              </a:rPr>
              <a:t>11 / 11</a:t>
            </a: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5A4BFD94-FD6F-4AA1-997C-3A8DD476D378}"/>
              </a:ext>
            </a:extLst>
          </p:cNvPr>
          <p:cNvSpPr>
            <a:spLocks noGrp="1"/>
          </p:cNvSpPr>
          <p:nvPr/>
        </p:nvSpPr>
        <p:spPr>
          <a:xfrm>
            <a:off x="812800" y="812800"/>
            <a:ext cx="457200" cy="25400"/>
          </a:xfrm>
          <a:prstGeom prst="rect">
            <a:avLst/>
          </a:prstGeom>
          <a:solidFill>
            <a:srgbClr val="B8895A"/>
          </a:solidFill>
        </p:spPr>
        <p:txBody>
          <a:bodyPr/>
          <a:lstStyle/>
          <a:p>
            <a:endParaRPr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BF0290D9-31AA-4999-AE5E-9EC8B4112D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00" y="1091793"/>
            <a:ext cx="10883392" cy="51306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91482"/>
          </a:bodyPr>
          <a:lstStyle>
            <a:defPPr algn="l">
              <a:defRPr sz="3200" b="1" i="0">
                <a:solidFill>
                  <a:srgbClr val="3E3833"/>
                </a:solidFill>
                <a:latin typeface="Noto Serif KR"/>
                <a:ea typeface="Noto Serif KR"/>
                <a:cs typeface="Noto Serif KR"/>
              </a:defRPr>
            </a:defPPr>
          </a:lstStyle>
          <a:p>
            <a:pPr algn="l">
              <a:defRPr sz="3200" b="1" i="0">
                <a:solidFill>
                  <a:srgbClr val="3E3833"/>
                </a:solidFill>
                <a:latin typeface="Noto Serif KR"/>
                <a:ea typeface="Noto Serif KR"/>
                <a:cs typeface="Noto Serif KR"/>
              </a:defRPr>
            </a:pPr>
            <a:r>
              <a:rPr sz="3200" b="1" i="0" u="none" dirty="0" err="1">
                <a:solidFill>
                  <a:srgbClr val="3E3833"/>
                </a:solidFill>
                <a:latin typeface="Noto Serif KR"/>
                <a:ea typeface="Noto Serif KR"/>
                <a:cs typeface="Noto Serif KR"/>
              </a:rPr>
              <a:t>검증</a:t>
            </a:r>
            <a:r>
              <a:rPr sz="3200" b="1" i="0" u="none" dirty="0">
                <a:solidFill>
                  <a:srgbClr val="3E3833"/>
                </a:solidFill>
                <a:latin typeface="Noto Serif KR"/>
                <a:ea typeface="Noto Serif KR"/>
                <a:cs typeface="Noto Serif KR"/>
              </a:rPr>
              <a:t> </a:t>
            </a:r>
            <a:r>
              <a:rPr sz="3200" b="1" i="0" u="none" dirty="0" err="1">
                <a:solidFill>
                  <a:srgbClr val="3E3833"/>
                </a:solidFill>
                <a:latin typeface="Noto Serif KR"/>
                <a:ea typeface="Noto Serif KR"/>
                <a:cs typeface="Noto Serif KR"/>
              </a:rPr>
              <a:t>계획</a:t>
            </a:r>
            <a:endParaRPr sz="3200" b="1" i="0" u="none" dirty="0">
              <a:solidFill>
                <a:srgbClr val="3E3833"/>
              </a:solidFill>
              <a:latin typeface="Noto Serif KR"/>
              <a:ea typeface="Noto Serif KR"/>
              <a:cs typeface="Noto Serif KR"/>
            </a:endParaRP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84A86C13-20B5-4A42-8382-2A9AB842739D}"/>
              </a:ext>
            </a:extLst>
          </p:cNvPr>
          <p:cNvSpPr>
            <a:spLocks noGrp="1"/>
          </p:cNvSpPr>
          <p:nvPr/>
        </p:nvSpPr>
        <p:spPr>
          <a:xfrm>
            <a:off x="812800" y="1784350"/>
            <a:ext cx="3261668" cy="2165350"/>
          </a:xfrm>
          <a:prstGeom prst="roundRect">
            <a:avLst>
              <a:gd name="adj" fmla="val 3519"/>
            </a:avLst>
          </a:prstGeom>
          <a:solidFill>
            <a:srgbClr val="EFECE7"/>
          </a:solidFill>
          <a:effectLst>
            <a:outerShdw blurRad="76200" dist="25400" dir="5400000" algn="bl" rotWithShape="0">
              <a:srgbClr val="3E3833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62A2F7E7-B312-4BC1-93D1-A742B5E41267}"/>
              </a:ext>
            </a:extLst>
          </p:cNvPr>
          <p:cNvSpPr>
            <a:spLocks noGrp="1"/>
          </p:cNvSpPr>
          <p:nvPr/>
        </p:nvSpPr>
        <p:spPr>
          <a:xfrm>
            <a:off x="812800" y="1784350"/>
            <a:ext cx="3261668" cy="2165350"/>
          </a:xfrm>
          <a:custGeom>
            <a:avLst/>
            <a:gdLst/>
            <a:ahLst/>
            <a:cxnLst/>
            <a:rect l="l" t="t" r="r" b="b"/>
            <a:pathLst>
              <a:path w="3261668" h="2165350">
                <a:moveTo>
                  <a:pt x="0" y="76200"/>
                </a:moveTo>
                <a:lnTo>
                  <a:pt x="0" y="76200"/>
                </a:lnTo>
                <a:arcTo wR="76200" hR="76200" stAng="10800000" swAng="5400000"/>
                <a:lnTo>
                  <a:pt x="3185468" y="0"/>
                </a:lnTo>
                <a:arcTo wR="76200" hR="76200" stAng="16200000" swAng="5400000"/>
                <a:lnTo>
                  <a:pt x="3261668" y="76200"/>
                </a:lnTo>
                <a:arcTo wR="76200" hR="38100" stAng="0" swAng="-5400000"/>
                <a:lnTo>
                  <a:pt x="76200" y="38100"/>
                </a:lnTo>
                <a:arcTo wR="76200" hR="38100" stAng="16200000" swAng="-5400000"/>
                <a:close/>
              </a:path>
            </a:pathLst>
          </a:custGeom>
          <a:solidFill>
            <a:srgbClr val="B8895A"/>
          </a:solidFill>
        </p:spPr>
        <p:txBody>
          <a:bodyPr/>
          <a:lstStyle/>
          <a:p>
            <a:endParaRPr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D8EA2C90-2F18-4FE3-BCBF-BDEFCC13C19C}"/>
              </a:ext>
            </a:extLst>
          </p:cNvPr>
          <p:cNvSpPr>
            <a:spLocks noGrp="1"/>
          </p:cNvSpPr>
          <p:nvPr/>
        </p:nvSpPr>
        <p:spPr>
          <a:xfrm>
            <a:off x="1016000" y="2025650"/>
            <a:ext cx="2940926" cy="22096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defPPr algn="l">
              <a:defRPr sz="1100" b="1" i="0">
                <a:solidFill>
                  <a:srgbClr val="9A6F42"/>
                </a:solidFill>
                <a:latin typeface="IBM Plex Sans KR"/>
                <a:ea typeface="IBM Plex Sans KR"/>
                <a:cs typeface="IBM Plex Sans KR"/>
              </a:defRPr>
            </a:defPPr>
          </a:lstStyle>
          <a:p>
            <a:pPr algn="l">
              <a:defRPr sz="1100" b="1" i="0">
                <a:solidFill>
                  <a:srgbClr val="9A6F42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100" b="1" i="0" u="none">
                <a:solidFill>
                  <a:srgbClr val="9A6F42"/>
                </a:solidFill>
                <a:latin typeface="IBM Plex Sans KR"/>
                <a:ea typeface="IBM Plex Sans KR"/>
                <a:cs typeface="IBM Plex Sans KR"/>
              </a:rPr>
              <a:t>문항의 의미</a:t>
            </a: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1A2961C4-B521-4BF0-9315-2A1554F8178C}"/>
              </a:ext>
            </a:extLst>
          </p:cNvPr>
          <p:cNvSpPr>
            <a:spLocks noGrp="1"/>
          </p:cNvSpPr>
          <p:nvPr/>
        </p:nvSpPr>
        <p:spPr>
          <a:xfrm>
            <a:off x="1016000" y="2310110"/>
            <a:ext cx="2940926" cy="65276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defPPr algn="l">
              <a:defRPr sz="1900" b="1" i="0">
                <a:solidFill>
                  <a:srgbClr val="3E3833"/>
                </a:solidFill>
                <a:latin typeface="Noto Serif KR"/>
                <a:ea typeface="Noto Serif KR"/>
                <a:cs typeface="Noto Serif KR"/>
              </a:defRPr>
            </a:defPPr>
          </a:lstStyle>
          <a:p>
            <a:pPr algn="l">
              <a:defRPr sz="1900" b="1" i="0">
                <a:solidFill>
                  <a:srgbClr val="3E3833"/>
                </a:solidFill>
                <a:latin typeface="Noto Serif KR"/>
                <a:ea typeface="Noto Serif KR"/>
                <a:cs typeface="Noto Serif KR"/>
              </a:defRPr>
            </a:pPr>
            <a:r>
              <a:rPr sz="1900" b="1" i="0" u="none">
                <a:solidFill>
                  <a:srgbClr val="3E3833"/>
                </a:solidFill>
                <a:latin typeface="Noto Serif KR"/>
                <a:ea typeface="Noto Serif KR"/>
                <a:cs typeface="Noto Serif KR"/>
              </a:rPr>
              <a:t>상황을 바꿔도</a:t>
            </a:r>
          </a:p>
          <a:p>
            <a:pPr algn="l">
              <a:defRPr sz="1900" b="1" i="0">
                <a:solidFill>
                  <a:srgbClr val="3E3833"/>
                </a:solidFill>
                <a:latin typeface="Noto Serif KR"/>
                <a:ea typeface="Noto Serif KR"/>
                <a:cs typeface="Noto Serif KR"/>
              </a:defRPr>
            </a:pPr>
            <a:r>
              <a:rPr sz="1900" b="1" i="0" u="none">
                <a:solidFill>
                  <a:srgbClr val="3E3833"/>
                </a:solidFill>
                <a:latin typeface="Noto Serif KR"/>
                <a:ea typeface="Noto Serif KR"/>
                <a:cs typeface="Noto Serif KR"/>
              </a:rPr>
              <a:t>선택의 의미는 유지</a:t>
            </a:r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12E0244F-7A01-4C6A-AED1-99BE0AF21459}"/>
              </a:ext>
            </a:extLst>
          </p:cNvPr>
          <p:cNvSpPr>
            <a:spLocks noGrp="1"/>
          </p:cNvSpPr>
          <p:nvPr/>
        </p:nvSpPr>
        <p:spPr>
          <a:xfrm>
            <a:off x="1016000" y="3026370"/>
            <a:ext cx="2940926" cy="482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defPPr algn="l">
              <a:defRPr sz="1000" b="0" i="0">
                <a:solidFill>
                  <a:srgbClr val="5E5750"/>
                </a:solidFill>
                <a:latin typeface="IBM Plex Sans KR"/>
                <a:ea typeface="IBM Plex Sans KR"/>
                <a:cs typeface="IBM Plex Sans KR"/>
              </a:defRPr>
            </a:defPPr>
          </a:lstStyle>
          <a:p>
            <a:pPr algn="l">
              <a:defRPr sz="1000" b="0" i="0">
                <a:solidFill>
                  <a:srgbClr val="5E5750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000" b="0" i="0" u="none" dirty="0" err="1">
                <a:solidFill>
                  <a:srgbClr val="5E5750"/>
                </a:solidFill>
                <a:latin typeface="IBM Plex Sans KR"/>
                <a:ea typeface="IBM Plex Sans KR"/>
                <a:cs typeface="IBM Plex Sans KR"/>
              </a:rPr>
              <a:t>목적지·인원에</a:t>
            </a:r>
            <a:r>
              <a:rPr sz="1000" b="0" i="0" u="none" dirty="0">
                <a:solidFill>
                  <a:srgbClr val="5E5750"/>
                </a:solidFill>
                <a:latin typeface="IBM Plex Sans KR"/>
                <a:ea typeface="IBM Plex Sans KR"/>
                <a:cs typeface="IBM Plex Sans KR"/>
              </a:rPr>
              <a:t> </a:t>
            </a:r>
            <a:r>
              <a:rPr sz="1000" b="0" i="0" u="none" dirty="0" err="1">
                <a:solidFill>
                  <a:srgbClr val="5E5750"/>
                </a:solidFill>
                <a:latin typeface="IBM Plex Sans KR"/>
                <a:ea typeface="IBM Plex Sans KR"/>
                <a:cs typeface="IBM Plex Sans KR"/>
              </a:rPr>
              <a:t>맞게</a:t>
            </a:r>
            <a:r>
              <a:rPr sz="1000" b="0" i="0" u="none" dirty="0">
                <a:solidFill>
                  <a:srgbClr val="5E5750"/>
                </a:solidFill>
                <a:latin typeface="IBM Plex Sans KR"/>
                <a:ea typeface="IBM Plex Sans KR"/>
                <a:cs typeface="IBM Plex Sans KR"/>
              </a:rPr>
              <a:t> </a:t>
            </a:r>
            <a:r>
              <a:rPr sz="1000" b="0" i="0" u="none" dirty="0" err="1">
                <a:solidFill>
                  <a:srgbClr val="5E5750"/>
                </a:solidFill>
                <a:latin typeface="IBM Plex Sans KR"/>
                <a:ea typeface="IBM Plex Sans KR"/>
                <a:cs typeface="IBM Plex Sans KR"/>
              </a:rPr>
              <a:t>각색한</a:t>
            </a:r>
            <a:r>
              <a:rPr sz="1000" b="0" i="0" u="none" dirty="0">
                <a:solidFill>
                  <a:srgbClr val="5E5750"/>
                </a:solidFill>
                <a:latin typeface="IBM Plex Sans KR"/>
                <a:ea typeface="IBM Plex Sans KR"/>
                <a:cs typeface="IBM Plex Sans KR"/>
              </a:rPr>
              <a:t> </a:t>
            </a:r>
            <a:r>
              <a:rPr sz="1000" b="0" i="0" u="none" dirty="0" err="1">
                <a:solidFill>
                  <a:srgbClr val="5E5750"/>
                </a:solidFill>
                <a:latin typeface="IBM Plex Sans KR"/>
                <a:ea typeface="IBM Plex Sans KR"/>
                <a:cs typeface="IBM Plex Sans KR"/>
              </a:rPr>
              <a:t>문항을</a:t>
            </a:r>
            <a:endParaRPr sz="1000" b="0" i="0" u="none" dirty="0">
              <a:solidFill>
                <a:srgbClr val="5E5750"/>
              </a:solidFill>
              <a:latin typeface="IBM Plex Sans KR"/>
              <a:ea typeface="IBM Plex Sans KR"/>
              <a:cs typeface="IBM Plex Sans KR"/>
            </a:endParaRPr>
          </a:p>
          <a:p>
            <a:pPr algn="l">
              <a:defRPr sz="1000" b="0" i="0">
                <a:solidFill>
                  <a:srgbClr val="5E5750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000" b="0" i="0" u="none" dirty="0" err="1">
                <a:solidFill>
                  <a:srgbClr val="5E5750"/>
                </a:solidFill>
                <a:latin typeface="IBM Plex Sans KR"/>
                <a:ea typeface="IBM Plex Sans KR"/>
                <a:cs typeface="IBM Plex Sans KR"/>
              </a:rPr>
              <a:t>원본</a:t>
            </a:r>
            <a:r>
              <a:rPr sz="1000" b="0" i="0" u="none" dirty="0">
                <a:solidFill>
                  <a:srgbClr val="5E5750"/>
                </a:solidFill>
                <a:latin typeface="IBM Plex Sans KR"/>
                <a:ea typeface="IBM Plex Sans KR"/>
                <a:cs typeface="IBM Plex Sans KR"/>
              </a:rPr>
              <a:t> </a:t>
            </a:r>
            <a:r>
              <a:rPr sz="1000" b="0" i="0" u="none" dirty="0" err="1">
                <a:solidFill>
                  <a:srgbClr val="5E5750"/>
                </a:solidFill>
                <a:latin typeface="IBM Plex Sans KR"/>
                <a:ea typeface="IBM Plex Sans KR"/>
                <a:cs typeface="IBM Plex Sans KR"/>
              </a:rPr>
              <a:t>문항과</a:t>
            </a:r>
            <a:r>
              <a:rPr sz="1000" b="0" i="0" u="none" dirty="0">
                <a:solidFill>
                  <a:srgbClr val="5E5750"/>
                </a:solidFill>
                <a:latin typeface="IBM Plex Sans KR"/>
                <a:ea typeface="IBM Plex Sans KR"/>
                <a:cs typeface="IBM Plex Sans KR"/>
              </a:rPr>
              <a:t> </a:t>
            </a:r>
            <a:r>
              <a:rPr sz="1000" b="0" i="0" u="none" dirty="0" err="1">
                <a:solidFill>
                  <a:srgbClr val="5E5750"/>
                </a:solidFill>
                <a:latin typeface="IBM Plex Sans KR"/>
                <a:ea typeface="IBM Plex Sans KR"/>
                <a:cs typeface="IBM Plex Sans KR"/>
              </a:rPr>
              <a:t>비교</a:t>
            </a:r>
            <a:endParaRPr sz="1000" b="0" i="0" u="none" dirty="0">
              <a:solidFill>
                <a:srgbClr val="5E5750"/>
              </a:solidFill>
              <a:latin typeface="IBM Plex Sans KR"/>
              <a:ea typeface="IBM Plex Sans KR"/>
              <a:cs typeface="IBM Plex Sans KR"/>
            </a:endParaRPr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9254636B-7231-459E-866E-3710BB79E4BF}"/>
              </a:ext>
            </a:extLst>
          </p:cNvPr>
          <p:cNvSpPr>
            <a:spLocks noGrp="1"/>
          </p:cNvSpPr>
          <p:nvPr/>
        </p:nvSpPr>
        <p:spPr>
          <a:xfrm>
            <a:off x="1016000" y="3572470"/>
            <a:ext cx="2940926" cy="22096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defPPr algn="l">
              <a:defRPr sz="1100" b="0" i="0">
                <a:solidFill>
                  <a:srgbClr val="A39B92"/>
                </a:solidFill>
                <a:latin typeface="IBM Plex Sans KR"/>
                <a:ea typeface="IBM Plex Sans KR"/>
                <a:cs typeface="IBM Plex Sans KR"/>
              </a:defRPr>
            </a:defPPr>
          </a:lstStyle>
          <a:p>
            <a:pPr algn="l">
              <a:defRPr sz="1100" b="0" i="0">
                <a:solidFill>
                  <a:srgbClr val="A39B92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100" b="0" i="0" u="none">
                <a:solidFill>
                  <a:srgbClr val="A39B92"/>
                </a:solidFill>
                <a:latin typeface="IBM Plex Sans KR"/>
                <a:ea typeface="IBM Plex Sans KR"/>
                <a:cs typeface="IBM Plex Sans KR"/>
              </a:rPr>
              <a:t>AC1 · AC2 · AC15</a:t>
            </a:r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D45E6D16-F30F-4348-A74F-D698D08E7A10}"/>
              </a:ext>
            </a:extLst>
          </p:cNvPr>
          <p:cNvSpPr>
            <a:spLocks noGrp="1"/>
          </p:cNvSpPr>
          <p:nvPr/>
        </p:nvSpPr>
        <p:spPr>
          <a:xfrm>
            <a:off x="4176068" y="2706985"/>
            <a:ext cx="238274" cy="34543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defPPr algn="l">
              <a:defRPr sz="1800" b="0" i="0">
                <a:solidFill>
                  <a:srgbClr val="C9A57E"/>
                </a:solidFill>
                <a:latin typeface="IBM Plex Sans KR"/>
                <a:ea typeface="IBM Plex Sans KR"/>
                <a:cs typeface="IBM Plex Sans KR"/>
              </a:defRPr>
            </a:defPPr>
          </a:lstStyle>
          <a:p>
            <a:endParaRPr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298212CC-BAAD-46F4-A7E8-7715B4D13073}"/>
              </a:ext>
            </a:extLst>
          </p:cNvPr>
          <p:cNvSpPr>
            <a:spLocks noGrp="1"/>
          </p:cNvSpPr>
          <p:nvPr/>
        </p:nvSpPr>
        <p:spPr>
          <a:xfrm>
            <a:off x="4465141" y="1784350"/>
            <a:ext cx="3261717" cy="2165350"/>
          </a:xfrm>
          <a:prstGeom prst="roundRect">
            <a:avLst>
              <a:gd name="adj" fmla="val 3519"/>
            </a:avLst>
          </a:prstGeom>
          <a:solidFill>
            <a:srgbClr val="EFECE7"/>
          </a:solidFill>
          <a:effectLst>
            <a:outerShdw blurRad="76200" dist="25400" dir="5400000" algn="bl" rotWithShape="0">
              <a:srgbClr val="3E3833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3694A809-21B8-412A-910D-D1D20CF68A64}"/>
              </a:ext>
            </a:extLst>
          </p:cNvPr>
          <p:cNvSpPr>
            <a:spLocks noGrp="1"/>
          </p:cNvSpPr>
          <p:nvPr/>
        </p:nvSpPr>
        <p:spPr>
          <a:xfrm>
            <a:off x="4465141" y="1784350"/>
            <a:ext cx="3261717" cy="2165350"/>
          </a:xfrm>
          <a:custGeom>
            <a:avLst/>
            <a:gdLst/>
            <a:ahLst/>
            <a:cxnLst/>
            <a:rect l="l" t="t" r="r" b="b"/>
            <a:pathLst>
              <a:path w="3261717" h="2165350">
                <a:moveTo>
                  <a:pt x="0" y="76200"/>
                </a:moveTo>
                <a:lnTo>
                  <a:pt x="0" y="76200"/>
                </a:lnTo>
                <a:arcTo wR="76200" hR="76200" stAng="10800000" swAng="5400000"/>
                <a:lnTo>
                  <a:pt x="3185517" y="0"/>
                </a:lnTo>
                <a:arcTo wR="76200" hR="76200" stAng="16200000" swAng="5400000"/>
                <a:lnTo>
                  <a:pt x="3261717" y="76200"/>
                </a:lnTo>
                <a:arcTo wR="76200" hR="38100" stAng="0" swAng="-5400000"/>
                <a:lnTo>
                  <a:pt x="76200" y="38100"/>
                </a:lnTo>
                <a:arcTo wR="76200" hR="38100" stAng="16200000" swAng="-5400000"/>
                <a:close/>
              </a:path>
            </a:pathLst>
          </a:custGeom>
          <a:solidFill>
            <a:srgbClr val="B8895A"/>
          </a:solidFill>
        </p:spPr>
        <p:txBody>
          <a:bodyPr/>
          <a:lstStyle/>
          <a:p>
            <a:endParaRPr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B6143F1C-3636-4351-A6F8-CA6EF217C68B}"/>
              </a:ext>
            </a:extLst>
          </p:cNvPr>
          <p:cNvSpPr>
            <a:spLocks noGrp="1"/>
          </p:cNvSpPr>
          <p:nvPr/>
        </p:nvSpPr>
        <p:spPr>
          <a:xfrm>
            <a:off x="4668341" y="2025650"/>
            <a:ext cx="2940977" cy="22096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defPPr algn="l">
              <a:defRPr sz="1100" b="1" i="0">
                <a:solidFill>
                  <a:srgbClr val="9A6F42"/>
                </a:solidFill>
                <a:latin typeface="IBM Plex Sans KR"/>
                <a:ea typeface="IBM Plex Sans KR"/>
                <a:cs typeface="IBM Plex Sans KR"/>
              </a:defRPr>
            </a:defPPr>
          </a:lstStyle>
          <a:p>
            <a:pPr algn="l">
              <a:defRPr sz="1100" b="1" i="0">
                <a:solidFill>
                  <a:srgbClr val="9A6F42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100" b="1" i="0" u="none">
                <a:solidFill>
                  <a:srgbClr val="9A6F42"/>
                </a:solidFill>
                <a:latin typeface="IBM Plex Sans KR"/>
                <a:ea typeface="IBM Plex Sans KR"/>
                <a:cs typeface="IBM Plex Sans KR"/>
              </a:rPr>
              <a:t>추천의 품질</a:t>
            </a:r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1EF613CF-0237-4217-890A-EB41240703CE}"/>
              </a:ext>
            </a:extLst>
          </p:cNvPr>
          <p:cNvSpPr>
            <a:spLocks noGrp="1"/>
          </p:cNvSpPr>
          <p:nvPr/>
        </p:nvSpPr>
        <p:spPr>
          <a:xfrm>
            <a:off x="4668298" y="2310098"/>
            <a:ext cx="2940939" cy="6477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defPPr algn="l">
              <a:defRPr sz="1875" b="1" i="0">
                <a:solidFill>
                  <a:srgbClr val="3E3833"/>
                </a:solidFill>
                <a:latin typeface="Noto Serif KR"/>
                <a:ea typeface="Noto Serif KR"/>
                <a:cs typeface="Noto Serif KR"/>
              </a:defRPr>
            </a:defPPr>
          </a:lstStyle>
          <a:p>
            <a:pPr algn="l">
              <a:defRPr sz="1875" b="1" i="0">
                <a:solidFill>
                  <a:srgbClr val="3E3833"/>
                </a:solidFill>
                <a:latin typeface="Noto Serif KR"/>
                <a:ea typeface="Noto Serif KR"/>
                <a:cs typeface="Noto Serif KR"/>
              </a:defRPr>
            </a:pPr>
            <a:r>
              <a:rPr sz="1875" b="1" i="0" u="none">
                <a:solidFill>
                  <a:srgbClr val="3E3833"/>
                </a:solidFill>
                <a:latin typeface="Noto Serif KR"/>
                <a:ea typeface="Noto Serif KR"/>
                <a:cs typeface="Noto Serif KR"/>
              </a:rPr>
              <a:t>각자의 바람과 한계 보존</a:t>
            </a:r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DB32BAE0-BD66-454B-83E4-DBFA13E84F70}"/>
              </a:ext>
            </a:extLst>
          </p:cNvPr>
          <p:cNvSpPr>
            <a:spLocks noGrp="1"/>
          </p:cNvSpPr>
          <p:nvPr/>
        </p:nvSpPr>
        <p:spPr>
          <a:xfrm>
            <a:off x="4668298" y="3026378"/>
            <a:ext cx="2940939" cy="51435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defPPr algn="l">
              <a:defRPr sz="1350" b="0" i="0">
                <a:solidFill>
                  <a:srgbClr val="5E5750"/>
                </a:solidFill>
                <a:latin typeface="IBM Plex Sans KR"/>
                <a:ea typeface="IBM Plex Sans KR"/>
                <a:cs typeface="IBM Plex Sans KR"/>
              </a:defRPr>
            </a:defPPr>
          </a:lstStyle>
          <a:p>
            <a:pPr algn="l">
              <a:defRPr sz="1350" b="0" i="0">
                <a:solidFill>
                  <a:srgbClr val="5E5750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000" b="0" i="0" u="none" dirty="0" err="1">
                <a:solidFill>
                  <a:srgbClr val="5E5750"/>
                </a:solidFill>
                <a:latin typeface="IBM Plex Sans KR"/>
                <a:ea typeface="IBM Plex Sans KR"/>
                <a:cs typeface="IBM Plex Sans KR"/>
              </a:rPr>
              <a:t>한</a:t>
            </a:r>
            <a:r>
              <a:rPr sz="1000" b="0" i="0" u="none" dirty="0">
                <a:solidFill>
                  <a:srgbClr val="5E5750"/>
                </a:solidFill>
                <a:latin typeface="IBM Plex Sans KR"/>
                <a:ea typeface="IBM Plex Sans KR"/>
                <a:cs typeface="IBM Plex Sans KR"/>
              </a:rPr>
              <a:t> </a:t>
            </a:r>
            <a:r>
              <a:rPr sz="1000" b="0" i="0" u="none" dirty="0" err="1">
                <a:solidFill>
                  <a:srgbClr val="5E5750"/>
                </a:solidFill>
                <a:latin typeface="IBM Plex Sans KR"/>
                <a:ea typeface="IBM Plex Sans KR"/>
                <a:cs typeface="IBM Plex Sans KR"/>
              </a:rPr>
              <a:t>명만</a:t>
            </a:r>
            <a:r>
              <a:rPr sz="1000" b="0" i="0" u="none" dirty="0">
                <a:solidFill>
                  <a:srgbClr val="5E5750"/>
                </a:solidFill>
                <a:latin typeface="IBM Plex Sans KR"/>
                <a:ea typeface="IBM Plex Sans KR"/>
                <a:cs typeface="IBM Plex Sans KR"/>
              </a:rPr>
              <a:t> </a:t>
            </a:r>
            <a:r>
              <a:rPr sz="1000" b="0" i="0" u="none" dirty="0" err="1">
                <a:solidFill>
                  <a:srgbClr val="5E5750"/>
                </a:solidFill>
                <a:latin typeface="IBM Plex Sans KR"/>
                <a:ea typeface="IBM Plex Sans KR"/>
                <a:cs typeface="IBM Plex Sans KR"/>
              </a:rPr>
              <a:t>적은</a:t>
            </a:r>
            <a:r>
              <a:rPr sz="1000" b="0" i="0" u="none" dirty="0">
                <a:solidFill>
                  <a:srgbClr val="5E5750"/>
                </a:solidFill>
                <a:latin typeface="IBM Plex Sans KR"/>
                <a:ea typeface="IBM Plex Sans KR"/>
                <a:cs typeface="IBM Plex Sans KR"/>
              </a:rPr>
              <a:t> </a:t>
            </a:r>
            <a:r>
              <a:rPr sz="1000" b="0" i="0" u="none" dirty="0" err="1">
                <a:solidFill>
                  <a:srgbClr val="5E5750"/>
                </a:solidFill>
                <a:latin typeface="IBM Plex Sans KR"/>
                <a:ea typeface="IBM Plex Sans KR"/>
                <a:cs typeface="IBM Plex Sans KR"/>
              </a:rPr>
              <a:t>한계도</a:t>
            </a:r>
            <a:r>
              <a:rPr sz="1000" b="0" i="0" u="none" dirty="0">
                <a:solidFill>
                  <a:srgbClr val="5E5750"/>
                </a:solidFill>
                <a:latin typeface="IBM Plex Sans KR"/>
                <a:ea typeface="IBM Plex Sans KR"/>
                <a:cs typeface="IBM Plex Sans KR"/>
              </a:rPr>
              <a:t> </a:t>
            </a:r>
            <a:r>
              <a:rPr sz="1000" b="0" i="0" u="none" dirty="0" err="1">
                <a:solidFill>
                  <a:srgbClr val="5E5750"/>
                </a:solidFill>
                <a:latin typeface="IBM Plex Sans KR"/>
                <a:ea typeface="IBM Plex Sans KR"/>
                <a:cs typeface="IBM Plex Sans KR"/>
              </a:rPr>
              <a:t>지키는지</a:t>
            </a:r>
            <a:r>
              <a:rPr sz="1000" b="0" i="0" u="none" dirty="0">
                <a:solidFill>
                  <a:srgbClr val="5E5750"/>
                </a:solidFill>
                <a:latin typeface="IBM Plex Sans KR"/>
                <a:ea typeface="IBM Plex Sans KR"/>
                <a:cs typeface="IBM Plex Sans KR"/>
              </a:rPr>
              <a:t>,</a:t>
            </a:r>
          </a:p>
          <a:p>
            <a:pPr algn="l">
              <a:defRPr sz="1350" b="0" i="0">
                <a:solidFill>
                  <a:srgbClr val="5E5750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000" b="0" i="0" u="none" dirty="0" err="1">
                <a:solidFill>
                  <a:srgbClr val="5E5750"/>
                </a:solidFill>
                <a:latin typeface="IBM Plex Sans KR"/>
                <a:ea typeface="IBM Plex Sans KR"/>
                <a:cs typeface="IBM Plex Sans KR"/>
              </a:rPr>
              <a:t>제안을</a:t>
            </a:r>
            <a:r>
              <a:rPr sz="1000" b="0" i="0" u="none" dirty="0">
                <a:solidFill>
                  <a:srgbClr val="5E5750"/>
                </a:solidFill>
                <a:latin typeface="IBM Plex Sans KR"/>
                <a:ea typeface="IBM Plex Sans KR"/>
                <a:cs typeface="IBM Plex Sans KR"/>
              </a:rPr>
              <a:t> </a:t>
            </a:r>
            <a:r>
              <a:rPr sz="1000" b="0" i="0" u="none" dirty="0" err="1">
                <a:solidFill>
                  <a:srgbClr val="5E5750"/>
                </a:solidFill>
                <a:latin typeface="IBM Plex Sans KR"/>
                <a:ea typeface="IBM Plex Sans KR"/>
                <a:cs typeface="IBM Plex Sans KR"/>
              </a:rPr>
              <a:t>합의처럼</a:t>
            </a:r>
            <a:r>
              <a:rPr sz="1000" b="0" i="0" u="none" dirty="0">
                <a:solidFill>
                  <a:srgbClr val="5E5750"/>
                </a:solidFill>
                <a:latin typeface="IBM Plex Sans KR"/>
                <a:ea typeface="IBM Plex Sans KR"/>
                <a:cs typeface="IBM Plex Sans KR"/>
              </a:rPr>
              <a:t> </a:t>
            </a:r>
            <a:r>
              <a:rPr sz="1000" b="0" i="0" u="none" dirty="0" err="1">
                <a:solidFill>
                  <a:srgbClr val="5E5750"/>
                </a:solidFill>
                <a:latin typeface="IBM Plex Sans KR"/>
                <a:ea typeface="IBM Plex Sans KR"/>
                <a:cs typeface="IBM Plex Sans KR"/>
              </a:rPr>
              <a:t>쓰지</a:t>
            </a:r>
            <a:r>
              <a:rPr sz="1000" b="0" i="0" u="none" dirty="0">
                <a:solidFill>
                  <a:srgbClr val="5E5750"/>
                </a:solidFill>
                <a:latin typeface="IBM Plex Sans KR"/>
                <a:ea typeface="IBM Plex Sans KR"/>
                <a:cs typeface="IBM Plex Sans KR"/>
              </a:rPr>
              <a:t> </a:t>
            </a:r>
            <a:r>
              <a:rPr sz="1000" b="0" i="0" u="none" dirty="0" err="1">
                <a:solidFill>
                  <a:srgbClr val="5E5750"/>
                </a:solidFill>
                <a:latin typeface="IBM Plex Sans KR"/>
                <a:ea typeface="IBM Plex Sans KR"/>
                <a:cs typeface="IBM Plex Sans KR"/>
              </a:rPr>
              <a:t>않는지</a:t>
            </a:r>
            <a:endParaRPr sz="1000" b="0" i="0" u="none" dirty="0">
              <a:solidFill>
                <a:srgbClr val="5E5750"/>
              </a:solidFill>
              <a:latin typeface="IBM Plex Sans KR"/>
              <a:ea typeface="IBM Plex Sans KR"/>
              <a:cs typeface="IBM Plex Sans KR"/>
            </a:endParaRPr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AC1A131F-1C60-496D-9EFF-BE8023D24694}"/>
              </a:ext>
            </a:extLst>
          </p:cNvPr>
          <p:cNvSpPr>
            <a:spLocks noGrp="1"/>
          </p:cNvSpPr>
          <p:nvPr/>
        </p:nvSpPr>
        <p:spPr>
          <a:xfrm>
            <a:off x="4668298" y="3572447"/>
            <a:ext cx="2940939" cy="22098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defPPr algn="l">
              <a:defRPr sz="1200" b="0" i="0">
                <a:solidFill>
                  <a:srgbClr val="A39B92"/>
                </a:solidFill>
                <a:latin typeface="IBM Plex Sans KR"/>
                <a:ea typeface="IBM Plex Sans KR"/>
                <a:cs typeface="IBM Plex Sans KR"/>
              </a:defRPr>
            </a:defPPr>
          </a:lstStyle>
          <a:p>
            <a:pPr algn="l">
              <a:defRPr sz="1200" b="0" i="0">
                <a:solidFill>
                  <a:srgbClr val="A39B92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200" b="0" i="0" u="none">
                <a:solidFill>
                  <a:srgbClr val="A39B92"/>
                </a:solidFill>
                <a:latin typeface="IBM Plex Sans KR"/>
                <a:ea typeface="IBM Plex Sans KR"/>
                <a:cs typeface="IBM Plex Sans KR"/>
              </a:rPr>
              <a:t>AC6 · AC7 · AC8</a:t>
            </a:r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B4823AF6-7686-4D85-9E05-0F86A4C226CD}"/>
              </a:ext>
            </a:extLst>
          </p:cNvPr>
          <p:cNvSpPr>
            <a:spLocks noGrp="1"/>
          </p:cNvSpPr>
          <p:nvPr/>
        </p:nvSpPr>
        <p:spPr>
          <a:xfrm>
            <a:off x="7828459" y="2706985"/>
            <a:ext cx="238274" cy="34543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defPPr algn="l">
              <a:defRPr sz="1800" b="0" i="0">
                <a:solidFill>
                  <a:srgbClr val="C9A57E"/>
                </a:solidFill>
                <a:latin typeface="IBM Plex Sans KR"/>
                <a:ea typeface="IBM Plex Sans KR"/>
                <a:cs typeface="IBM Plex Sans KR"/>
              </a:defRPr>
            </a:defPPr>
          </a:lstStyle>
          <a:p>
            <a:endParaRPr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7C55775C-7EF7-44DB-8F22-EBAC1DD1881D}"/>
              </a:ext>
            </a:extLst>
          </p:cNvPr>
          <p:cNvSpPr>
            <a:spLocks noGrp="1"/>
          </p:cNvSpPr>
          <p:nvPr/>
        </p:nvSpPr>
        <p:spPr>
          <a:xfrm>
            <a:off x="8117532" y="1784350"/>
            <a:ext cx="3261668" cy="2165350"/>
          </a:xfrm>
          <a:prstGeom prst="roundRect">
            <a:avLst>
              <a:gd name="adj" fmla="val 3519"/>
            </a:avLst>
          </a:prstGeom>
          <a:solidFill>
            <a:srgbClr val="57504A"/>
          </a:solidFill>
          <a:effectLst>
            <a:outerShdw blurRad="76200" dist="25400" dir="5400000" algn="bl" rotWithShape="0">
              <a:srgbClr val="3E3833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4AF7C2BD-DD6E-4810-95BA-BD0C704CB3D1}"/>
              </a:ext>
            </a:extLst>
          </p:cNvPr>
          <p:cNvSpPr>
            <a:spLocks noGrp="1"/>
          </p:cNvSpPr>
          <p:nvPr/>
        </p:nvSpPr>
        <p:spPr>
          <a:xfrm>
            <a:off x="8117532" y="1784350"/>
            <a:ext cx="3261668" cy="2165350"/>
          </a:xfrm>
          <a:custGeom>
            <a:avLst/>
            <a:gdLst/>
            <a:ahLst/>
            <a:cxnLst/>
            <a:rect l="l" t="t" r="r" b="b"/>
            <a:pathLst>
              <a:path w="3261668" h="2165350">
                <a:moveTo>
                  <a:pt x="0" y="76200"/>
                </a:moveTo>
                <a:lnTo>
                  <a:pt x="0" y="76200"/>
                </a:lnTo>
                <a:arcTo wR="76200" hR="76200" stAng="10800000" swAng="5400000"/>
                <a:lnTo>
                  <a:pt x="3185468" y="0"/>
                </a:lnTo>
                <a:arcTo wR="76200" hR="76200" stAng="16200000" swAng="5400000"/>
                <a:lnTo>
                  <a:pt x="3261668" y="76200"/>
                </a:lnTo>
                <a:arcTo wR="76200" hR="38100" stAng="0" swAng="-5400000"/>
                <a:lnTo>
                  <a:pt x="76200" y="38100"/>
                </a:lnTo>
                <a:arcTo wR="76200" hR="38100" stAng="16200000" swAng="-5400000"/>
                <a:close/>
              </a:path>
            </a:pathLst>
          </a:custGeom>
          <a:solidFill>
            <a:srgbClr val="D9B48A"/>
          </a:solidFill>
        </p:spPr>
        <p:txBody>
          <a:bodyPr/>
          <a:lstStyle/>
          <a:p>
            <a:endParaRPr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23157829-9F92-4F7A-A05A-7C77F2F52FC2}"/>
              </a:ext>
            </a:extLst>
          </p:cNvPr>
          <p:cNvSpPr>
            <a:spLocks noGrp="1"/>
          </p:cNvSpPr>
          <p:nvPr/>
        </p:nvSpPr>
        <p:spPr>
          <a:xfrm>
            <a:off x="8320732" y="2025650"/>
            <a:ext cx="2940926" cy="22096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defPPr algn="l">
              <a:defRPr sz="1100" b="1" i="0">
                <a:solidFill>
                  <a:srgbClr val="D9B48A"/>
                </a:solidFill>
                <a:latin typeface="IBM Plex Sans KR"/>
                <a:ea typeface="IBM Plex Sans KR"/>
                <a:cs typeface="IBM Plex Sans KR"/>
              </a:defRPr>
            </a:defPPr>
          </a:lstStyle>
          <a:p>
            <a:pPr algn="l">
              <a:defRPr sz="1100" b="1" i="0">
                <a:solidFill>
                  <a:srgbClr val="D9B48A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100" b="1" i="0" u="none">
                <a:solidFill>
                  <a:srgbClr val="D9B48A"/>
                </a:solidFill>
                <a:latin typeface="IBM Plex Sans KR"/>
                <a:ea typeface="IBM Plex Sans KR"/>
                <a:cs typeface="IBM Plex Sans KR"/>
              </a:rPr>
              <a:t>실제 활용</a:t>
            </a:r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ED1B701F-81CB-4C3A-99E6-8D8E59EB00E9}"/>
              </a:ext>
            </a:extLst>
          </p:cNvPr>
          <p:cNvSpPr>
            <a:spLocks noGrp="1"/>
          </p:cNvSpPr>
          <p:nvPr/>
        </p:nvSpPr>
        <p:spPr>
          <a:xfrm>
            <a:off x="8320732" y="2310110"/>
            <a:ext cx="2940926" cy="65276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defPPr algn="l">
              <a:defRPr sz="1900" b="1" i="0">
                <a:solidFill>
                  <a:srgbClr val="F7F5F1"/>
                </a:solidFill>
                <a:latin typeface="Noto Serif KR"/>
                <a:ea typeface="Noto Serif KR"/>
                <a:cs typeface="Noto Serif KR"/>
              </a:defRPr>
            </a:defPPr>
          </a:lstStyle>
          <a:p>
            <a:pPr algn="l">
              <a:defRPr sz="1900" b="1" i="0">
                <a:solidFill>
                  <a:srgbClr val="F7F5F1"/>
                </a:solidFill>
                <a:latin typeface="Noto Serif KR"/>
                <a:ea typeface="Noto Serif KR"/>
                <a:cs typeface="Noto Serif KR"/>
              </a:defRPr>
            </a:pPr>
            <a:r>
              <a:rPr sz="1900" b="1" i="0" u="none" dirty="0" err="1">
                <a:solidFill>
                  <a:srgbClr val="F7F5F1"/>
                </a:solidFill>
                <a:latin typeface="Noto Serif KR"/>
                <a:ea typeface="Noto Serif KR"/>
                <a:cs typeface="Noto Serif KR"/>
              </a:rPr>
              <a:t>여행에서</a:t>
            </a:r>
            <a:r>
              <a:rPr sz="1900" b="1" i="0" u="none" dirty="0">
                <a:solidFill>
                  <a:srgbClr val="F7F5F1"/>
                </a:solidFill>
                <a:latin typeface="Noto Serif KR"/>
                <a:ea typeface="Noto Serif KR"/>
                <a:cs typeface="Noto Serif KR"/>
              </a:rPr>
              <a:t> </a:t>
            </a:r>
            <a:r>
              <a:rPr sz="1900" b="1" i="0" u="none" dirty="0" err="1">
                <a:solidFill>
                  <a:srgbClr val="F7F5F1"/>
                </a:solidFill>
                <a:latin typeface="Noto Serif KR"/>
                <a:ea typeface="Noto Serif KR"/>
                <a:cs typeface="Noto Serif KR"/>
              </a:rPr>
              <a:t>쓸</a:t>
            </a:r>
            <a:r>
              <a:rPr sz="1900" b="1" i="0" u="none" dirty="0">
                <a:solidFill>
                  <a:srgbClr val="F7F5F1"/>
                </a:solidFill>
                <a:latin typeface="Noto Serif KR"/>
                <a:ea typeface="Noto Serif KR"/>
                <a:cs typeface="Noto Serif KR"/>
              </a:rPr>
              <a:t> </a:t>
            </a:r>
            <a:r>
              <a:rPr sz="1900" b="1" i="0" u="none" dirty="0" err="1">
                <a:solidFill>
                  <a:srgbClr val="F7F5F1"/>
                </a:solidFill>
                <a:latin typeface="Noto Serif KR"/>
                <a:ea typeface="Noto Serif KR"/>
                <a:cs typeface="Noto Serif KR"/>
              </a:rPr>
              <a:t>조항을</a:t>
            </a:r>
            <a:endParaRPr sz="1900" b="1" i="0" u="none" dirty="0">
              <a:solidFill>
                <a:srgbClr val="F7F5F1"/>
              </a:solidFill>
              <a:latin typeface="Noto Serif KR"/>
              <a:ea typeface="Noto Serif KR"/>
              <a:cs typeface="Noto Serif KR"/>
            </a:endParaRPr>
          </a:p>
          <a:p>
            <a:pPr algn="l">
              <a:defRPr sz="1900" b="1" i="0">
                <a:solidFill>
                  <a:srgbClr val="F7F5F1"/>
                </a:solidFill>
                <a:latin typeface="Noto Serif KR"/>
                <a:ea typeface="Noto Serif KR"/>
                <a:cs typeface="Noto Serif KR"/>
              </a:defRPr>
            </a:pPr>
            <a:r>
              <a:rPr sz="1900" b="1" i="0" u="none" dirty="0" err="1">
                <a:solidFill>
                  <a:srgbClr val="F7F5F1"/>
                </a:solidFill>
                <a:latin typeface="Noto Serif KR"/>
                <a:ea typeface="Noto Serif KR"/>
                <a:cs typeface="Noto Serif KR"/>
              </a:rPr>
              <a:t>고를</a:t>
            </a:r>
            <a:r>
              <a:rPr sz="1900" b="1" i="0" u="none" dirty="0">
                <a:solidFill>
                  <a:srgbClr val="F7F5F1"/>
                </a:solidFill>
                <a:latin typeface="Noto Serif KR"/>
                <a:ea typeface="Noto Serif KR"/>
                <a:cs typeface="Noto Serif KR"/>
              </a:rPr>
              <a:t> </a:t>
            </a:r>
            <a:r>
              <a:rPr sz="1900" b="1" i="0" u="none" dirty="0" err="1">
                <a:solidFill>
                  <a:srgbClr val="F7F5F1"/>
                </a:solidFill>
                <a:latin typeface="Noto Serif KR"/>
                <a:ea typeface="Noto Serif KR"/>
                <a:cs typeface="Noto Serif KR"/>
              </a:rPr>
              <a:t>수</a:t>
            </a:r>
            <a:r>
              <a:rPr sz="1900" b="1" i="0" u="none" dirty="0">
                <a:solidFill>
                  <a:srgbClr val="F7F5F1"/>
                </a:solidFill>
                <a:latin typeface="Noto Serif KR"/>
                <a:ea typeface="Noto Serif KR"/>
                <a:cs typeface="Noto Serif KR"/>
              </a:rPr>
              <a:t> </a:t>
            </a:r>
            <a:r>
              <a:rPr sz="1900" b="1" i="0" u="none" dirty="0" err="1">
                <a:solidFill>
                  <a:srgbClr val="F7F5F1"/>
                </a:solidFill>
                <a:latin typeface="Noto Serif KR"/>
                <a:ea typeface="Noto Serif KR"/>
                <a:cs typeface="Noto Serif KR"/>
              </a:rPr>
              <a:t>있는가</a:t>
            </a:r>
            <a:endParaRPr sz="1900" b="1" i="0" u="none" dirty="0">
              <a:solidFill>
                <a:srgbClr val="F7F5F1"/>
              </a:solidFill>
              <a:latin typeface="Noto Serif KR"/>
              <a:ea typeface="Noto Serif KR"/>
              <a:cs typeface="Noto Serif KR"/>
            </a:endParaRPr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93C9BD21-FF2A-4324-9EA7-EA72727564A1}"/>
              </a:ext>
            </a:extLst>
          </p:cNvPr>
          <p:cNvSpPr>
            <a:spLocks noGrp="1"/>
          </p:cNvSpPr>
          <p:nvPr/>
        </p:nvSpPr>
        <p:spPr>
          <a:xfrm>
            <a:off x="8320732" y="3026370"/>
            <a:ext cx="2940926" cy="482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defPPr algn="l">
              <a:defRPr sz="1000" b="0" i="0">
                <a:solidFill>
                  <a:srgbClr val="D9CFC4"/>
                </a:solidFill>
                <a:latin typeface="IBM Plex Sans KR"/>
                <a:ea typeface="IBM Plex Sans KR"/>
                <a:cs typeface="IBM Plex Sans KR"/>
              </a:defRPr>
            </a:defPPr>
          </a:lstStyle>
          <a:p>
            <a:pPr algn="l">
              <a:defRPr sz="1000" b="0" i="0">
                <a:solidFill>
                  <a:srgbClr val="D9CFC4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000" b="0" i="0" u="none" dirty="0" err="1">
                <a:solidFill>
                  <a:srgbClr val="D9CFC4"/>
                </a:solidFill>
                <a:latin typeface="IBM Plex Sans KR"/>
                <a:ea typeface="IBM Plex Sans KR"/>
                <a:cs typeface="IBM Plex Sans KR"/>
              </a:rPr>
              <a:t>추천을</a:t>
            </a:r>
            <a:r>
              <a:rPr sz="1000" b="0" i="0" u="none" dirty="0">
                <a:solidFill>
                  <a:srgbClr val="D9CFC4"/>
                </a:solidFill>
                <a:latin typeface="IBM Plex Sans KR"/>
                <a:ea typeface="IBM Plex Sans KR"/>
                <a:cs typeface="IBM Plex Sans KR"/>
              </a:rPr>
              <a:t> </a:t>
            </a:r>
            <a:r>
              <a:rPr sz="1000" b="0" i="0" u="none" dirty="0" err="1">
                <a:solidFill>
                  <a:srgbClr val="D9CFC4"/>
                </a:solidFill>
                <a:latin typeface="IBM Plex Sans KR"/>
                <a:ea typeface="IBM Plex Sans KR"/>
                <a:cs typeface="IBM Plex Sans KR"/>
              </a:rPr>
              <a:t>읽은</a:t>
            </a:r>
            <a:r>
              <a:rPr sz="1000" b="0" i="0" u="none" dirty="0">
                <a:solidFill>
                  <a:srgbClr val="D9CFC4"/>
                </a:solidFill>
                <a:latin typeface="IBM Plex Sans KR"/>
                <a:ea typeface="IBM Plex Sans KR"/>
                <a:cs typeface="IBM Plex Sans KR"/>
              </a:rPr>
              <a:t> </a:t>
            </a:r>
            <a:r>
              <a:rPr sz="1000" b="0" i="0" u="none" dirty="0" err="1">
                <a:solidFill>
                  <a:srgbClr val="D9CFC4"/>
                </a:solidFill>
                <a:latin typeface="IBM Plex Sans KR"/>
                <a:ea typeface="IBM Plex Sans KR"/>
                <a:cs typeface="IBM Plex Sans KR"/>
              </a:rPr>
              <a:t>그룹이</a:t>
            </a:r>
            <a:endParaRPr sz="1000" b="0" i="0" u="none" dirty="0">
              <a:solidFill>
                <a:srgbClr val="D9CFC4"/>
              </a:solidFill>
              <a:latin typeface="IBM Plex Sans KR"/>
              <a:ea typeface="IBM Plex Sans KR"/>
              <a:cs typeface="IBM Plex Sans KR"/>
            </a:endParaRPr>
          </a:p>
          <a:p>
            <a:pPr algn="l">
              <a:defRPr sz="1000" b="0" i="0">
                <a:solidFill>
                  <a:srgbClr val="D9CFC4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000" b="0" i="0" u="none" dirty="0" err="1">
                <a:solidFill>
                  <a:srgbClr val="D9CFC4"/>
                </a:solidFill>
                <a:latin typeface="IBM Plex Sans KR"/>
                <a:ea typeface="IBM Plex Sans KR"/>
                <a:cs typeface="IBM Plex Sans KR"/>
              </a:rPr>
              <a:t>쓸</a:t>
            </a:r>
            <a:r>
              <a:rPr sz="1000" b="0" i="0" u="none" dirty="0">
                <a:solidFill>
                  <a:srgbClr val="D9CFC4"/>
                </a:solidFill>
                <a:latin typeface="IBM Plex Sans KR"/>
                <a:ea typeface="IBM Plex Sans KR"/>
                <a:cs typeface="IBM Plex Sans KR"/>
              </a:rPr>
              <a:t> </a:t>
            </a:r>
            <a:r>
              <a:rPr sz="1000" b="0" i="0" u="none" dirty="0" err="1">
                <a:solidFill>
                  <a:srgbClr val="D9CFC4"/>
                </a:solidFill>
                <a:latin typeface="IBM Plex Sans KR"/>
                <a:ea typeface="IBM Plex Sans KR"/>
                <a:cs typeface="IBM Plex Sans KR"/>
              </a:rPr>
              <a:t>조항을</a:t>
            </a:r>
            <a:r>
              <a:rPr sz="1000" b="0" i="0" u="none" dirty="0">
                <a:solidFill>
                  <a:srgbClr val="D9CFC4"/>
                </a:solidFill>
                <a:latin typeface="IBM Plex Sans KR"/>
                <a:ea typeface="IBM Plex Sans KR"/>
                <a:cs typeface="IBM Plex Sans KR"/>
              </a:rPr>
              <a:t> 1개 </a:t>
            </a:r>
            <a:r>
              <a:rPr sz="1000" b="0" i="0" u="none" dirty="0" err="1">
                <a:solidFill>
                  <a:srgbClr val="D9CFC4"/>
                </a:solidFill>
                <a:latin typeface="IBM Plex Sans KR"/>
                <a:ea typeface="IBM Plex Sans KR"/>
                <a:cs typeface="IBM Plex Sans KR"/>
              </a:rPr>
              <a:t>이상</a:t>
            </a:r>
            <a:r>
              <a:rPr sz="1000" b="0" i="0" u="none" dirty="0">
                <a:solidFill>
                  <a:srgbClr val="D9CFC4"/>
                </a:solidFill>
                <a:latin typeface="IBM Plex Sans KR"/>
                <a:ea typeface="IBM Plex Sans KR"/>
                <a:cs typeface="IBM Plex Sans KR"/>
              </a:rPr>
              <a:t> </a:t>
            </a:r>
            <a:r>
              <a:rPr sz="1000" b="0" i="0" u="none" dirty="0" err="1">
                <a:solidFill>
                  <a:srgbClr val="D9CFC4"/>
                </a:solidFill>
                <a:latin typeface="IBM Plex Sans KR"/>
                <a:ea typeface="IBM Plex Sans KR"/>
                <a:cs typeface="IBM Plex Sans KR"/>
              </a:rPr>
              <a:t>고르는지</a:t>
            </a:r>
            <a:endParaRPr sz="1000" b="0" i="0" u="none" dirty="0">
              <a:solidFill>
                <a:srgbClr val="D9CFC4"/>
              </a:solidFill>
              <a:latin typeface="IBM Plex Sans KR"/>
              <a:ea typeface="IBM Plex Sans KR"/>
              <a:cs typeface="IBM Plex Sans KR"/>
            </a:endParaRPr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2BA8874B-D7B2-4F13-AA85-D0144B71A4DE}"/>
              </a:ext>
            </a:extLst>
          </p:cNvPr>
          <p:cNvSpPr>
            <a:spLocks noGrp="1"/>
          </p:cNvSpPr>
          <p:nvPr/>
        </p:nvSpPr>
        <p:spPr>
          <a:xfrm>
            <a:off x="8320732" y="3572470"/>
            <a:ext cx="2940926" cy="22096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defPPr algn="l">
              <a:defRPr sz="1100" b="0" i="0">
                <a:solidFill>
                  <a:srgbClr val="B5ABA0"/>
                </a:solidFill>
                <a:latin typeface="IBM Plex Sans KR"/>
                <a:ea typeface="IBM Plex Sans KR"/>
                <a:cs typeface="IBM Plex Sans KR"/>
              </a:defRPr>
            </a:defPPr>
          </a:lstStyle>
          <a:p>
            <a:pPr algn="l">
              <a:defRPr sz="1100" b="0" i="0">
                <a:solidFill>
                  <a:srgbClr val="B5ABA0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100" b="0" i="0" u="none">
                <a:solidFill>
                  <a:srgbClr val="B5ABA0"/>
                </a:solidFill>
                <a:latin typeface="IBM Plex Sans KR"/>
                <a:ea typeface="IBM Plex Sans KR"/>
                <a:cs typeface="IBM Plex Sans KR"/>
              </a:rPr>
              <a:t>실제 여행 그룹 관찰</a:t>
            </a:r>
          </a:p>
        </p:txBody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BEAF0DA0-9A19-413E-9D08-8B9BA85E3859}"/>
              </a:ext>
            </a:extLst>
          </p:cNvPr>
          <p:cNvSpPr>
            <a:spLocks noGrp="1"/>
          </p:cNvSpPr>
          <p:nvPr/>
        </p:nvSpPr>
        <p:spPr>
          <a:xfrm>
            <a:off x="812800" y="4171950"/>
            <a:ext cx="10566400" cy="1270000"/>
          </a:xfrm>
          <a:prstGeom prst="roundRect">
            <a:avLst>
              <a:gd name="adj" fmla="val 6000"/>
            </a:avLst>
          </a:prstGeom>
          <a:solidFill>
            <a:srgbClr val="57504A"/>
          </a:solidFill>
          <a:effectLst>
            <a:outerShdw blurRad="76200" dist="25400" dir="5400000" algn="bl" rotWithShape="0">
              <a:srgbClr val="3E3833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8971294A-D744-4534-8978-4EC29C30000F}"/>
              </a:ext>
            </a:extLst>
          </p:cNvPr>
          <p:cNvSpPr>
            <a:spLocks noGrp="1"/>
          </p:cNvSpPr>
          <p:nvPr/>
        </p:nvSpPr>
        <p:spPr>
          <a:xfrm>
            <a:off x="1168432" y="4505992"/>
            <a:ext cx="8096250" cy="22098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defPPr algn="l">
              <a:defRPr sz="1275" b="0" i="0">
                <a:solidFill>
                  <a:srgbClr val="D9B48A"/>
                </a:solidFill>
                <a:latin typeface="IBM Plex Sans KR"/>
                <a:ea typeface="IBM Plex Sans KR"/>
                <a:cs typeface="IBM Plex Sans KR"/>
              </a:defRPr>
            </a:defPPr>
          </a:lstStyle>
          <a:p>
            <a:pPr algn="l">
              <a:defRPr sz="1275" b="0" i="0">
                <a:solidFill>
                  <a:srgbClr val="D9B48A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275" b="0" i="0" u="none" dirty="0" err="1">
                <a:solidFill>
                  <a:srgbClr val="D9B48A"/>
                </a:solidFill>
                <a:latin typeface="IBM Plex Sans KR"/>
                <a:ea typeface="IBM Plex Sans KR"/>
                <a:cs typeface="IBM Plex Sans KR"/>
              </a:rPr>
              <a:t>문항</a:t>
            </a:r>
            <a:r>
              <a:rPr sz="1275" b="0" i="0" u="none" dirty="0">
                <a:solidFill>
                  <a:srgbClr val="D9B48A"/>
                </a:solidFill>
                <a:latin typeface="IBM Plex Sans KR"/>
                <a:ea typeface="IBM Plex Sans KR"/>
                <a:cs typeface="IBM Plex Sans KR"/>
              </a:rPr>
              <a:t> </a:t>
            </a:r>
            <a:r>
              <a:rPr sz="1275" b="0" i="0" u="none" dirty="0" err="1">
                <a:solidFill>
                  <a:srgbClr val="D9B48A"/>
                </a:solidFill>
                <a:latin typeface="IBM Plex Sans KR"/>
                <a:ea typeface="IBM Plex Sans KR"/>
                <a:cs typeface="IBM Plex Sans KR"/>
              </a:rPr>
              <a:t>생성</a:t>
            </a:r>
            <a:r>
              <a:rPr sz="1275" b="0" i="0" u="none" dirty="0">
                <a:solidFill>
                  <a:srgbClr val="D9B48A"/>
                </a:solidFill>
                <a:latin typeface="IBM Plex Sans KR"/>
                <a:ea typeface="IBM Plex Sans KR"/>
                <a:cs typeface="IBM Plex Sans KR"/>
              </a:rPr>
              <a:t> </a:t>
            </a:r>
            <a:r>
              <a:rPr sz="1275" b="0" i="0" u="none" dirty="0" err="1">
                <a:solidFill>
                  <a:srgbClr val="D9B48A"/>
                </a:solidFill>
                <a:latin typeface="IBM Plex Sans KR"/>
                <a:ea typeface="IBM Plex Sans KR"/>
                <a:cs typeface="IBM Plex Sans KR"/>
              </a:rPr>
              <a:t>요청</a:t>
            </a:r>
            <a:r>
              <a:rPr sz="1275" b="0" i="0" u="none" dirty="0">
                <a:solidFill>
                  <a:srgbClr val="D9B48A"/>
                </a:solidFill>
                <a:latin typeface="IBM Plex Sans KR"/>
                <a:ea typeface="IBM Plex Sans KR"/>
                <a:cs typeface="IBM Plex Sans KR"/>
              </a:rPr>
              <a:t> 4건 </a:t>
            </a:r>
            <a:r>
              <a:rPr sz="1275" b="0" i="0" u="none" dirty="0" err="1">
                <a:solidFill>
                  <a:srgbClr val="D9B48A"/>
                </a:solidFill>
                <a:latin typeface="IBM Plex Sans KR"/>
                <a:ea typeface="IBM Plex Sans KR"/>
                <a:cs typeface="IBM Plex Sans KR"/>
              </a:rPr>
              <a:t>모두</a:t>
            </a:r>
            <a:r>
              <a:rPr sz="1275" b="0" i="0" u="none" dirty="0">
                <a:solidFill>
                  <a:srgbClr val="D9B48A"/>
                </a:solidFill>
                <a:latin typeface="IBM Plex Sans KR"/>
                <a:ea typeface="IBM Plex Sans KR"/>
                <a:cs typeface="IBM Plex Sans KR"/>
              </a:rPr>
              <a:t>, </a:t>
            </a:r>
            <a:r>
              <a:rPr sz="1275" b="0" i="0" u="none" dirty="0" err="1">
                <a:solidFill>
                  <a:srgbClr val="D9B48A"/>
                </a:solidFill>
                <a:latin typeface="IBM Plex Sans KR"/>
                <a:ea typeface="IBM Plex Sans KR"/>
                <a:cs typeface="IBM Plex Sans KR"/>
              </a:rPr>
              <a:t>단일</a:t>
            </a:r>
            <a:r>
              <a:rPr sz="1275" b="0" i="0" u="none" dirty="0">
                <a:solidFill>
                  <a:srgbClr val="D9B48A"/>
                </a:solidFill>
                <a:latin typeface="IBM Plex Sans KR"/>
                <a:ea typeface="IBM Plex Sans KR"/>
                <a:cs typeface="IBM Plex Sans KR"/>
              </a:rPr>
              <a:t> </a:t>
            </a:r>
            <a:r>
              <a:rPr sz="1275" b="0" i="0" u="none" dirty="0" err="1">
                <a:solidFill>
                  <a:srgbClr val="D9B48A"/>
                </a:solidFill>
                <a:latin typeface="IBM Plex Sans KR"/>
                <a:ea typeface="IBM Plex Sans KR"/>
                <a:cs typeface="IBM Plex Sans KR"/>
              </a:rPr>
              <a:t>상황</a:t>
            </a:r>
            <a:r>
              <a:rPr sz="1275" b="0" i="0" u="none" dirty="0">
                <a:solidFill>
                  <a:srgbClr val="D9B48A"/>
                </a:solidFill>
                <a:latin typeface="IBM Plex Sans KR"/>
                <a:ea typeface="IBM Plex Sans KR"/>
                <a:cs typeface="IBM Plex Sans KR"/>
              </a:rPr>
              <a:t> </a:t>
            </a:r>
            <a:r>
              <a:rPr sz="1275" b="0" i="0" u="none" dirty="0" err="1">
                <a:solidFill>
                  <a:srgbClr val="D9B48A"/>
                </a:solidFill>
                <a:latin typeface="IBM Plex Sans KR"/>
                <a:ea typeface="IBM Plex Sans KR"/>
                <a:cs typeface="IBM Plex Sans KR"/>
              </a:rPr>
              <a:t>추천</a:t>
            </a:r>
            <a:r>
              <a:rPr sz="1275" b="0" i="0" u="none" dirty="0">
                <a:solidFill>
                  <a:srgbClr val="D9B48A"/>
                </a:solidFill>
                <a:latin typeface="IBM Plex Sans KR"/>
                <a:ea typeface="IBM Plex Sans KR"/>
                <a:cs typeface="IBM Plex Sans KR"/>
              </a:rPr>
              <a:t> 12건 </a:t>
            </a:r>
            <a:r>
              <a:rPr sz="1275" b="0" i="0" u="none" dirty="0" err="1">
                <a:solidFill>
                  <a:srgbClr val="D9B48A"/>
                </a:solidFill>
                <a:latin typeface="IBM Plex Sans KR"/>
                <a:ea typeface="IBM Plex Sans KR"/>
                <a:cs typeface="IBM Plex Sans KR"/>
              </a:rPr>
              <a:t>중</a:t>
            </a:r>
            <a:r>
              <a:rPr sz="1275" b="0" i="0" u="none" dirty="0">
                <a:solidFill>
                  <a:srgbClr val="D9B48A"/>
                </a:solidFill>
                <a:latin typeface="IBM Plex Sans KR"/>
                <a:ea typeface="IBM Plex Sans KR"/>
                <a:cs typeface="IBM Plex Sans KR"/>
              </a:rPr>
              <a:t> 10건 </a:t>
            </a:r>
            <a:r>
              <a:rPr sz="1275" b="0" i="0" u="none" dirty="0" err="1">
                <a:solidFill>
                  <a:srgbClr val="D9B48A"/>
                </a:solidFill>
                <a:latin typeface="IBM Plex Sans KR"/>
                <a:ea typeface="IBM Plex Sans KR"/>
                <a:cs typeface="IBM Plex Sans KR"/>
              </a:rPr>
              <a:t>통과</a:t>
            </a:r>
            <a:endParaRPr sz="1275" b="0" i="0" u="none" dirty="0">
              <a:solidFill>
                <a:srgbClr val="D9B48A"/>
              </a:solidFill>
              <a:latin typeface="IBM Plex Sans KR"/>
              <a:ea typeface="IBM Plex Sans KR"/>
              <a:cs typeface="IBM Plex Sans KR"/>
            </a:endParaRPr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A02809F6-9DDB-4F98-93D6-DF6F1CC1AD5D}"/>
              </a:ext>
            </a:extLst>
          </p:cNvPr>
          <p:cNvSpPr>
            <a:spLocks noGrp="1"/>
          </p:cNvSpPr>
          <p:nvPr/>
        </p:nvSpPr>
        <p:spPr>
          <a:xfrm>
            <a:off x="1168432" y="4752308"/>
            <a:ext cx="9334500" cy="381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defPPr algn="l">
              <a:defRPr sz="2100" b="1" i="0">
                <a:solidFill>
                  <a:srgbClr val="F7F5F1"/>
                </a:solidFill>
                <a:latin typeface="Noto Serif KR"/>
                <a:ea typeface="Noto Serif KR"/>
                <a:cs typeface="Noto Serif KR"/>
              </a:defRPr>
            </a:defPPr>
          </a:lstStyle>
          <a:p>
            <a:pPr algn="l">
              <a:defRPr sz="2100" b="1" i="0">
                <a:solidFill>
                  <a:srgbClr val="F7F5F1"/>
                </a:solidFill>
                <a:latin typeface="Noto Serif KR"/>
                <a:ea typeface="Noto Serif KR"/>
                <a:cs typeface="Noto Serif KR"/>
              </a:defRPr>
            </a:pPr>
            <a:r>
              <a:rPr sz="2100" b="1" i="0" u="none" dirty="0" err="1">
                <a:solidFill>
                  <a:srgbClr val="F7F5F1"/>
                </a:solidFill>
                <a:latin typeface="Noto Serif KR"/>
                <a:ea typeface="Noto Serif KR"/>
                <a:cs typeface="Noto Serif KR"/>
              </a:rPr>
              <a:t>출력</a:t>
            </a:r>
            <a:r>
              <a:rPr sz="2100" b="1" i="0" u="none" dirty="0">
                <a:solidFill>
                  <a:srgbClr val="F7F5F1"/>
                </a:solidFill>
                <a:latin typeface="Noto Serif KR"/>
                <a:ea typeface="Noto Serif KR"/>
                <a:cs typeface="Noto Serif KR"/>
              </a:rPr>
              <a:t> </a:t>
            </a:r>
            <a:r>
              <a:rPr sz="2100" b="1" i="0" u="none" dirty="0" err="1">
                <a:solidFill>
                  <a:srgbClr val="F7F5F1"/>
                </a:solidFill>
                <a:latin typeface="Noto Serif KR"/>
                <a:ea typeface="Noto Serif KR"/>
                <a:cs typeface="Noto Serif KR"/>
              </a:rPr>
              <a:t>전에</a:t>
            </a:r>
            <a:r>
              <a:rPr sz="2100" b="1" i="0" u="none" dirty="0">
                <a:solidFill>
                  <a:srgbClr val="F7F5F1"/>
                </a:solidFill>
                <a:latin typeface="Noto Serif KR"/>
                <a:ea typeface="Noto Serif KR"/>
                <a:cs typeface="Noto Serif KR"/>
              </a:rPr>
              <a:t> </a:t>
            </a:r>
            <a:r>
              <a:rPr sz="2100" b="1" i="0" u="none" dirty="0" err="1">
                <a:solidFill>
                  <a:srgbClr val="F7F5F1"/>
                </a:solidFill>
                <a:latin typeface="Noto Serif KR"/>
                <a:ea typeface="Noto Serif KR"/>
                <a:cs typeface="Noto Serif KR"/>
              </a:rPr>
              <a:t>기준을</a:t>
            </a:r>
            <a:r>
              <a:rPr sz="2100" b="1" i="0" u="none" dirty="0">
                <a:solidFill>
                  <a:srgbClr val="F7F5F1"/>
                </a:solidFill>
                <a:latin typeface="Noto Serif KR"/>
                <a:ea typeface="Noto Serif KR"/>
                <a:cs typeface="Noto Serif KR"/>
              </a:rPr>
              <a:t> </a:t>
            </a:r>
            <a:r>
              <a:rPr sz="2100" b="1" i="0" u="none" dirty="0" err="1">
                <a:solidFill>
                  <a:srgbClr val="F7F5F1"/>
                </a:solidFill>
                <a:latin typeface="Noto Serif KR"/>
                <a:ea typeface="Noto Serif KR"/>
                <a:cs typeface="Noto Serif KR"/>
              </a:rPr>
              <a:t>정하고</a:t>
            </a:r>
            <a:r>
              <a:rPr sz="2100" b="1" i="0" u="none" dirty="0">
                <a:solidFill>
                  <a:srgbClr val="F7F5F1"/>
                </a:solidFill>
                <a:latin typeface="Noto Serif KR"/>
                <a:ea typeface="Noto Serif KR"/>
                <a:cs typeface="Noto Serif KR"/>
              </a:rPr>
              <a:t>, </a:t>
            </a:r>
            <a:r>
              <a:rPr lang="ko-KR" altLang="en-US" sz="2100" b="1" i="0" u="none" dirty="0">
                <a:solidFill>
                  <a:srgbClr val="F7F5F1"/>
                </a:solidFill>
                <a:latin typeface="Noto Serif KR"/>
                <a:ea typeface="Noto Serif KR"/>
                <a:cs typeface="Noto Serif KR"/>
              </a:rPr>
              <a:t>최소 </a:t>
            </a:r>
            <a:r>
              <a:rPr sz="2100" b="1" i="0" u="none" dirty="0">
                <a:solidFill>
                  <a:srgbClr val="F7F5F1"/>
                </a:solidFill>
                <a:latin typeface="Noto Serif KR"/>
                <a:ea typeface="Noto Serif KR"/>
                <a:cs typeface="Noto Serif KR"/>
              </a:rPr>
              <a:t>2명이 </a:t>
            </a:r>
            <a:r>
              <a:rPr sz="2100" b="1" i="0" u="none" dirty="0" err="1">
                <a:solidFill>
                  <a:srgbClr val="F7F5F1"/>
                </a:solidFill>
                <a:latin typeface="Noto Serif KR"/>
                <a:ea typeface="Noto Serif KR"/>
                <a:cs typeface="Noto Serif KR"/>
              </a:rPr>
              <a:t>따로</a:t>
            </a:r>
            <a:r>
              <a:rPr sz="2100" b="1" i="0" u="none" dirty="0">
                <a:solidFill>
                  <a:srgbClr val="F7F5F1"/>
                </a:solidFill>
                <a:latin typeface="Noto Serif KR"/>
                <a:ea typeface="Noto Serif KR"/>
                <a:cs typeface="Noto Serif KR"/>
              </a:rPr>
              <a:t> </a:t>
            </a:r>
            <a:r>
              <a:rPr sz="2100" b="1" i="0" u="none" dirty="0" err="1">
                <a:solidFill>
                  <a:srgbClr val="F7F5F1"/>
                </a:solidFill>
                <a:latin typeface="Noto Serif KR"/>
                <a:ea typeface="Noto Serif KR"/>
                <a:cs typeface="Noto Serif KR"/>
              </a:rPr>
              <a:t>판정한</a:t>
            </a:r>
            <a:r>
              <a:rPr sz="2100" b="1" i="0" u="none" dirty="0">
                <a:solidFill>
                  <a:srgbClr val="F7F5F1"/>
                </a:solidFill>
                <a:latin typeface="Noto Serif KR"/>
                <a:ea typeface="Noto Serif KR"/>
                <a:cs typeface="Noto Serif KR"/>
              </a:rPr>
              <a:t> </a:t>
            </a:r>
            <a:r>
              <a:rPr sz="2100" b="1" i="0" u="none" dirty="0" err="1">
                <a:solidFill>
                  <a:srgbClr val="F7F5F1"/>
                </a:solidFill>
                <a:latin typeface="Noto Serif KR"/>
                <a:ea typeface="Noto Serif KR"/>
                <a:cs typeface="Noto Serif KR"/>
              </a:rPr>
              <a:t>뒤</a:t>
            </a:r>
            <a:r>
              <a:rPr sz="2100" b="1" i="0" u="none" dirty="0">
                <a:solidFill>
                  <a:srgbClr val="F7F5F1"/>
                </a:solidFill>
                <a:latin typeface="Noto Serif KR"/>
                <a:ea typeface="Noto Serif KR"/>
                <a:cs typeface="Noto Serif KR"/>
              </a:rPr>
              <a:t> </a:t>
            </a:r>
            <a:r>
              <a:rPr sz="2100" b="1" i="0" u="none" dirty="0" err="1">
                <a:solidFill>
                  <a:srgbClr val="F7F5F1"/>
                </a:solidFill>
                <a:latin typeface="Noto Serif KR"/>
                <a:ea typeface="Noto Serif KR"/>
                <a:cs typeface="Noto Serif KR"/>
              </a:rPr>
              <a:t>차이를</a:t>
            </a:r>
            <a:r>
              <a:rPr sz="2100" b="1" i="0" u="none" dirty="0">
                <a:solidFill>
                  <a:srgbClr val="F7F5F1"/>
                </a:solidFill>
                <a:latin typeface="Noto Serif KR"/>
                <a:ea typeface="Noto Serif KR"/>
                <a:cs typeface="Noto Serif KR"/>
              </a:rPr>
              <a:t> </a:t>
            </a:r>
            <a:r>
              <a:rPr sz="2100" b="1" i="0" u="none" dirty="0" err="1">
                <a:solidFill>
                  <a:srgbClr val="F7F5F1"/>
                </a:solidFill>
                <a:latin typeface="Noto Serif KR"/>
                <a:ea typeface="Noto Serif KR"/>
                <a:cs typeface="Noto Serif KR"/>
              </a:rPr>
              <a:t>합의</a:t>
            </a:r>
            <a:endParaRPr sz="2100" b="1" i="0" u="none" dirty="0">
              <a:solidFill>
                <a:srgbClr val="F7F5F1"/>
              </a:solidFill>
              <a:latin typeface="Noto Serif KR"/>
              <a:ea typeface="Noto Serif KR"/>
              <a:cs typeface="Noto Serif KR"/>
            </a:endParaRPr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4A140D16-04E3-48FA-84F5-45C9A55147FF}"/>
              </a:ext>
            </a:extLst>
          </p:cNvPr>
          <p:cNvSpPr>
            <a:spLocks noGrp="1"/>
          </p:cNvSpPr>
          <p:nvPr/>
        </p:nvSpPr>
        <p:spPr>
          <a:xfrm rot="20880000">
            <a:off x="10175875" y="4391025"/>
            <a:ext cx="831850" cy="831850"/>
          </a:xfrm>
          <a:prstGeom prst="roundRect">
            <a:avLst>
              <a:gd name="adj" fmla="val 50000"/>
            </a:avLst>
          </a:prstGeom>
          <a:noFill/>
          <a:ln w="0">
            <a:noFill/>
          </a:ln>
        </p:spPr>
        <p:txBody>
          <a:bodyPr wrap="square" lIns="30555" tIns="0" rIns="30605" bIns="0" anchor="ctr">
            <a:normAutofit/>
          </a:bodyPr>
          <a:lstStyle>
            <a:defPPr algn="ctr">
              <a:defRPr sz="1300" b="1" i="0">
                <a:solidFill>
                  <a:srgbClr val="D9725F"/>
                </a:solidFill>
                <a:latin typeface="Noto Serif KR"/>
                <a:ea typeface="Noto Serif KR"/>
                <a:cs typeface="Noto Serif KR"/>
              </a:defRPr>
            </a:def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7285881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6238280"/>
            <a:ext cx="71945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kern="0" spc="200" dirty="0">
                <a:solidFill>
                  <a:srgbClr val="A39B92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TEAM ItBM  ·  docs/PROBLEM.md · ontology.yaml · SPEC.md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812800" y="812800"/>
            <a:ext cx="457200" cy="25400"/>
          </a:xfrm>
          <a:prstGeom prst="rect">
            <a:avLst/>
          </a:prstGeom>
          <a:solidFill>
            <a:srgbClr val="B8895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>
            <a:spLocks noGrp="1"/>
          </p:cNvSpPr>
          <p:nvPr>
            <p:ph type="title"/>
          </p:nvPr>
        </p:nvSpPr>
        <p:spPr>
          <a:xfrm>
            <a:off x="812800" y="1066800"/>
            <a:ext cx="10883392" cy="513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840"/>
              </a:lnSpc>
              <a:buNone/>
            </a:pPr>
            <a:r>
              <a:rPr lang="en-US" sz="3200" b="1" i="0" dirty="0">
                <a:solidFill>
                  <a:srgbClr val="3E3833"/>
                </a:solidFill>
                <a:latin typeface="Noto Serif KR" pitchFamily="18" charset="0"/>
                <a:ea typeface="Noto Serif KR" pitchFamily="18" charset="-122"/>
                <a:cs typeface="Noto Serif KR" pitchFamily="18" charset="-120"/>
              </a:rPr>
              <a:t>Summary</a:t>
            </a:r>
          </a:p>
        </p:txBody>
      </p:sp>
      <p:sp>
        <p:nvSpPr>
          <p:cNvPr id="8" name="Text 6"/>
          <p:cNvSpPr/>
          <p:nvPr/>
        </p:nvSpPr>
        <p:spPr>
          <a:xfrm>
            <a:off x="812800" y="2145000"/>
            <a:ext cx="1300000" cy="35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30"/>
              </a:lnSpc>
              <a:buNone/>
            </a:pPr>
            <a:r>
              <a:rPr lang="en-US" sz="1400" b="1" i="0" kern="0" dirty="0">
                <a:solidFill>
                  <a:srgbClr val="9A6F42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인터뷰</a:t>
            </a:r>
          </a:p>
        </p:txBody>
      </p:sp>
      <p:sp>
        <p:nvSpPr>
          <p:cNvPr id="9" name="Text 7"/>
          <p:cNvSpPr/>
          <p:nvPr/>
        </p:nvSpPr>
        <p:spPr>
          <a:xfrm>
            <a:off x="2250000" y="2100000"/>
            <a:ext cx="9200000" cy="45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45"/>
              </a:lnSpc>
              <a:buNone/>
            </a:pPr>
            <a:r>
              <a:rPr lang="en-US" sz="2100" b="0" i="0" dirty="0">
                <a:solidFill>
                  <a:srgbClr val="3E3833"/>
                </a:solidFill>
                <a:latin typeface="IBM Plex Sans KR" pitchFamily="18" charset="0"/>
                <a:ea typeface="IBM Plex Sans KR" pitchFamily="18" charset="-122"/>
                <a:cs typeface="IBM Plex Sans KR" pitchFamily="18" charset="-120"/>
              </a:rPr>
              <a:t>하고 싶은 말을 다 하지 못한 사례</a:t>
            </a:r>
          </a:p>
        </p:txBody>
      </p:sp>
      <p:sp>
        <p:nvSpPr>
          <p:cNvPr id="15" name="Text 13"/>
          <p:cNvSpPr/>
          <p:nvPr/>
        </p:nvSpPr>
        <p:spPr>
          <a:xfrm>
            <a:off x="812800" y="2845000"/>
            <a:ext cx="1300000" cy="35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30"/>
              </a:lnSpc>
              <a:buNone/>
            </a:pPr>
            <a:r>
              <a:rPr lang="en-US" sz="1400" b="1" i="0" kern="0" dirty="0">
                <a:solidFill>
                  <a:srgbClr val="9A6F42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온톨로지</a:t>
            </a:r>
          </a:p>
        </p:txBody>
      </p:sp>
      <p:sp>
        <p:nvSpPr>
          <p:cNvPr id="16" name="Text 14"/>
          <p:cNvSpPr/>
          <p:nvPr/>
        </p:nvSpPr>
        <p:spPr>
          <a:xfrm>
            <a:off x="2250000" y="2800000"/>
            <a:ext cx="9200000" cy="45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45"/>
              </a:lnSpc>
              <a:buNone/>
            </a:pPr>
            <a:r>
              <a:rPr lang="en-US" sz="2100" b="0" i="0" dirty="0">
                <a:solidFill>
                  <a:srgbClr val="3E3833"/>
                </a:solidFill>
                <a:latin typeface="IBM Plex Sans KR" pitchFamily="18" charset="0"/>
                <a:ea typeface="IBM Plex Sans KR" pitchFamily="18" charset="-122"/>
                <a:cs typeface="IBM Plex Sans KR" pitchFamily="18" charset="-120"/>
              </a:rPr>
              <a:t>원하는 행동과 실제로 한 말을 구분</a:t>
            </a:r>
          </a:p>
        </p:txBody>
      </p:sp>
      <p:sp>
        <p:nvSpPr>
          <p:cNvPr id="22" name="Text 20"/>
          <p:cNvSpPr/>
          <p:nvPr/>
        </p:nvSpPr>
        <p:spPr>
          <a:xfrm>
            <a:off x="812800" y="3545000"/>
            <a:ext cx="1300000" cy="35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30"/>
              </a:lnSpc>
              <a:buNone/>
            </a:pPr>
            <a:r>
              <a:rPr lang="en-US" sz="1400" b="1" i="0" kern="0" dirty="0">
                <a:solidFill>
                  <a:srgbClr val="9A6F42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스펙</a:t>
            </a:r>
          </a:p>
        </p:txBody>
      </p:sp>
      <p:sp>
        <p:nvSpPr>
          <p:cNvPr id="23" name="Text 21"/>
          <p:cNvSpPr/>
          <p:nvPr/>
        </p:nvSpPr>
        <p:spPr>
          <a:xfrm>
            <a:off x="2250000" y="3500000"/>
            <a:ext cx="9200000" cy="45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45"/>
              </a:lnSpc>
              <a:buNone/>
            </a:pPr>
            <a:r>
              <a:rPr lang="en-US" sz="2100" b="0" i="0" dirty="0">
                <a:solidFill>
                  <a:srgbClr val="3E3833"/>
                </a:solidFill>
                <a:latin typeface="IBM Plex Sans KR" pitchFamily="18" charset="0"/>
                <a:ea typeface="IBM Plex Sans KR" pitchFamily="18" charset="-122"/>
                <a:cs typeface="IBM Plex Sans KR" pitchFamily="18" charset="-120"/>
              </a:rPr>
              <a:t>각자의 한계를 반영하고, 제안을 합의로 표시하지 않기</a:t>
            </a:r>
          </a:p>
        </p:txBody>
      </p:sp>
      <p:sp>
        <p:nvSpPr>
          <p:cNvPr id="28" name="Text 26"/>
          <p:cNvSpPr/>
          <p:nvPr/>
        </p:nvSpPr>
        <p:spPr>
          <a:xfrm>
            <a:off x="812800" y="4620000"/>
            <a:ext cx="9700000" cy="105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480"/>
              </a:lnSpc>
              <a:buNone/>
            </a:pPr>
            <a:r>
              <a:rPr lang="en-US" sz="2400" b="1" i="0" dirty="0">
                <a:solidFill>
                  <a:srgbClr val="3E3833"/>
                </a:solidFill>
                <a:latin typeface="Noto Serif KR" pitchFamily="18" charset="0"/>
                <a:ea typeface="Noto Serif KR" pitchFamily="18" charset="-122"/>
                <a:cs typeface="Noto Serif KR" pitchFamily="18" charset="-120"/>
              </a:rPr>
              <a:t>하고 싶은 말을 삼키지 않고,</a:t>
            </a:r>
          </a:p>
          <a:p>
            <a:pPr marL="0" indent="0" algn="l">
              <a:lnSpc>
                <a:spcPts val="3480"/>
              </a:lnSpc>
              <a:buNone/>
            </a:pPr>
            <a:r>
              <a:rPr lang="en-US" sz="2400" b="1" i="0" dirty="0">
                <a:solidFill>
                  <a:srgbClr val="3E3833"/>
                </a:solidFill>
                <a:latin typeface="Noto Serif KR" pitchFamily="18" charset="0"/>
                <a:ea typeface="Noto Serif KR" pitchFamily="18" charset="-122"/>
                <a:cs typeface="Noto Serif KR" pitchFamily="18" charset="-120"/>
              </a:rPr>
              <a:t>서로 맞춰 가며 여행할 수 있는 서비스를 만들겠습니다.</a:t>
            </a:r>
          </a:p>
        </p:txBody>
      </p:sp>
      <p:sp>
        <p:nvSpPr>
          <p:cNvPr id="29" name="Text 27"/>
          <p:cNvSpPr/>
          <p:nvPr/>
        </p:nvSpPr>
        <p:spPr>
          <a:xfrm rot="20880000">
            <a:off x="10256584" y="5397216"/>
            <a:ext cx="830000" cy="830000"/>
          </a:xfrm>
          <a:prstGeom prst="roundRect">
            <a:avLst>
              <a:gd name="adj" fmla="val 50000"/>
            </a:avLst>
          </a:prstGeom>
          <a:noFill/>
          <a:ln w="31750">
            <a:solidFill>
              <a:srgbClr val="D9725F"/>
            </a:solidFill>
            <a:prstDash val="solid"/>
          </a:ln>
        </p:spPr>
        <p:txBody>
          <a:bodyPr wrap="square" lIns="30555" tIns="0" rIns="30605" bIns="0" rtlCol="0" anchor="ctr">
            <a:normAutofit/>
          </a:bodyPr>
          <a:lstStyle/>
          <a:p>
            <a:pPr marL="0" indent="0" algn="ctr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D9725F"/>
                </a:solidFill>
                <a:latin typeface="Noto Serif KR" pitchFamily="18" charset="0"/>
                <a:ea typeface="Noto Serif KR" pitchFamily="18" charset="-122"/>
              </a:rPr>
              <a:t>git</a:t>
            </a:r>
          </a:p>
          <a:p>
            <a:pPr marL="0" indent="0" algn="ctr">
              <a:lnSpc>
                <a:spcPts val="1560"/>
              </a:lnSpc>
              <a:buNone/>
            </a:pPr>
            <a:r>
              <a:rPr lang="ko-KR" altLang="en-US" sz="1300" b="1" dirty="0">
                <a:solidFill>
                  <a:srgbClr val="D9725F"/>
                </a:solidFill>
                <a:latin typeface="Noto Serif KR" pitchFamily="18" charset="0"/>
                <a:ea typeface="Noto Serif KR" pitchFamily="18" charset="-122"/>
              </a:rPr>
              <a:t>저장소</a:t>
            </a:r>
            <a:endParaRPr lang="en-US" sz="1300" dirty="0"/>
          </a:p>
        </p:txBody>
      </p:sp>
      <p:pic>
        <p:nvPicPr>
          <p:cNvPr id="6" name="그림 5">
            <a:hlinkClick r:id="rId3"/>
            <a:extLst>
              <a:ext uri="{FF2B5EF4-FFF2-40B4-BE49-F238E27FC236}">
                <a16:creationId xmlns:a16="http://schemas.microsoft.com/office/drawing/2014/main" id="{183F268E-7350-3D09-BF38-2BFDA17A7340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3985" y="4123600"/>
            <a:ext cx="1667600" cy="16676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>
</file>

<file path=ppt/theme/theme1.xml><?xml version="1.0" encoding="utf-8"?>
<a:theme xmlns:a="http://schemas.openxmlformats.org/drawingml/2006/main" name="여행 동행 협약서 발견 게이트">
  <a:themeElements>
    <a:clrScheme name="여행 동행 협약서 발견 게이트">
      <a:dk1>
        <a:srgbClr val="3E3833"/>
      </a:dk1>
      <a:lt1>
        <a:srgbClr val="FAF8F5"/>
      </a:lt1>
      <a:dk2>
        <a:srgbClr val="6D6864"/>
      </a:dk2>
      <a:lt2>
        <a:srgbClr val="E7E5E2"/>
      </a:lt2>
      <a:accent1>
        <a:srgbClr val="B8895A"/>
      </a:accent1>
      <a:accent2>
        <a:srgbClr val="9A6F42"/>
      </a:accent2>
      <a:accent3>
        <a:srgbClr val="D9B48A"/>
      </a:accent3>
      <a:accent4>
        <a:srgbClr val="C9A57E"/>
      </a:accent4>
      <a:accent5>
        <a:srgbClr val="B3362C"/>
      </a:accent5>
      <a:accent6>
        <a:srgbClr val="D9725F"/>
      </a:accent6>
      <a:hlink>
        <a:srgbClr val="0563C1"/>
      </a:hlink>
      <a:folHlink>
        <a:srgbClr val="954F72"/>
      </a:folHlink>
    </a:clrScheme>
    <a:fontScheme name="여행 동행 협약서 발견 게이트">
      <a:majorFont>
        <a:latin typeface="IBM Plex Sans K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BM Plex Sans K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여행 동행 협약서 발견 게이트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여행 동행 협약서 발견 게이트">
  <a:themeElements>
    <a:clrScheme name="여행 동행 협약서 발견 게이트">
      <a:dk1>
        <a:srgbClr val="3E3833"/>
      </a:dk1>
      <a:lt1>
        <a:srgbClr val="FAF8F5"/>
      </a:lt1>
      <a:dk2>
        <a:srgbClr val="6D6864"/>
      </a:dk2>
      <a:lt2>
        <a:srgbClr val="E7E5E2"/>
      </a:lt2>
      <a:accent1>
        <a:srgbClr val="B8895A"/>
      </a:accent1>
      <a:accent2>
        <a:srgbClr val="9A6F42"/>
      </a:accent2>
      <a:accent3>
        <a:srgbClr val="D9B48A"/>
      </a:accent3>
      <a:accent4>
        <a:srgbClr val="C9A57E"/>
      </a:accent4>
      <a:accent5>
        <a:srgbClr val="B3362C"/>
      </a:accent5>
      <a:accent6>
        <a:srgbClr val="D9725F"/>
      </a:accent6>
      <a:hlink>
        <a:srgbClr val="0563C1"/>
      </a:hlink>
      <a:folHlink>
        <a:srgbClr val="954F72"/>
      </a:folHlink>
    </a:clrScheme>
    <a:fontScheme name="여행 동행 협약서 발견 게이트">
      <a:majorFont>
        <a:latin typeface="IBM Plex Sans K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BM Plex Sans K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여행 동행 협약서 발견 게이트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106</TotalTime>
  <Words>2195</Words>
  <Application>Microsoft Macintosh PowerPoint</Application>
  <DocSecurity>0</DocSecurity>
  <PresentationFormat>와이드스크린</PresentationFormat>
  <Paragraphs>314</Paragraphs>
  <Slides>12</Slides>
  <Notes>12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6" baseType="lpstr">
      <vt:lpstr>Noto Serif KR</vt:lpstr>
      <vt:lpstr>IBM Plex Sans KR</vt:lpstr>
      <vt:lpstr>Arial</vt:lpstr>
      <vt:lpstr>여행 동행 협약서 발견 게이트</vt:lpstr>
      <vt:lpstr>도 원 결 의</vt:lpstr>
      <vt:lpstr>문제 정의</vt:lpstr>
      <vt:lpstr>인터뷰 개요</vt:lpstr>
      <vt:lpstr>인터뷰 사례</vt:lpstr>
      <vt:lpstr>워크플로 관찰</vt:lpstr>
      <vt:lpstr>Job Story</vt:lpstr>
      <vt:lpstr>미니 온톨로지</vt:lpstr>
      <vt:lpstr>서비스 흐름</vt:lpstr>
      <vt:lpstr>스펙 도출 근거</vt:lpstr>
      <vt:lpstr>수용 기준</vt:lpstr>
      <vt:lpstr>검증 계획</vt:lpstr>
      <vt:lpstr>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전 민규</cp:lastModifiedBy>
  <cp:revision>16</cp:revision>
  <dcterms:created xsi:type="dcterms:W3CDTF">2026-10-13T12:28:30Z</dcterms:created>
  <dcterms:modified xsi:type="dcterms:W3CDTF">2026-10-14T10:47:57Z</dcterms:modified>
</cp:coreProperties>
</file>